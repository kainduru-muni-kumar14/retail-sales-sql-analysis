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33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73D4C-E725-4CD0-AB0B-3B1C5F5C2957}" v="7" dt="2026-04-24T10:51:00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91" d="100"/>
          <a:sy n="91" d="100"/>
        </p:scale>
        <p:origin x="2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u Vedam" userId="069c06fbc7fd44c2" providerId="LiveId" clId="{D8CE81FA-5D0B-41A2-B345-55EB53EFC2D3}"/>
    <pc:docChg chg="undo custSel addSld modSld">
      <pc:chgData name="Balu Vedam" userId="069c06fbc7fd44c2" providerId="LiveId" clId="{D8CE81FA-5D0B-41A2-B345-55EB53EFC2D3}" dt="2026-04-24T11:04:09.784" v="2441" actId="20577"/>
      <pc:docMkLst>
        <pc:docMk/>
      </pc:docMkLst>
      <pc:sldChg chg="modSp mod">
        <pc:chgData name="Balu Vedam" userId="069c06fbc7fd44c2" providerId="LiveId" clId="{D8CE81FA-5D0B-41A2-B345-55EB53EFC2D3}" dt="2026-04-24T11:04:09.784" v="2441" actId="20577"/>
        <pc:sldMkLst>
          <pc:docMk/>
          <pc:sldMk cId="2475805559" sldId="257"/>
        </pc:sldMkLst>
        <pc:spChg chg="mod">
          <ac:chgData name="Balu Vedam" userId="069c06fbc7fd44c2" providerId="LiveId" clId="{D8CE81FA-5D0B-41A2-B345-55EB53EFC2D3}" dt="2026-04-24T11:04:09.784" v="2441" actId="20577"/>
          <ac:spMkLst>
            <pc:docMk/>
            <pc:sldMk cId="2475805559" sldId="257"/>
            <ac:spMk id="3" creationId="{835D6E6B-3353-491C-A3C6-F278D6CED8B3}"/>
          </ac:spMkLst>
        </pc:spChg>
        <pc:picChg chg="mod">
          <ac:chgData name="Balu Vedam" userId="069c06fbc7fd44c2" providerId="LiveId" clId="{D8CE81FA-5D0B-41A2-B345-55EB53EFC2D3}" dt="2026-04-24T11:00:28.675" v="2436" actId="1076"/>
          <ac:picMkLst>
            <pc:docMk/>
            <pc:sldMk cId="2475805559" sldId="257"/>
            <ac:picMk id="5" creationId="{12F9136C-489A-AD74-72CC-27F805CBCA9B}"/>
          </ac:picMkLst>
        </pc:picChg>
      </pc:sldChg>
      <pc:sldChg chg="modSp mod">
        <pc:chgData name="Balu Vedam" userId="069c06fbc7fd44c2" providerId="LiveId" clId="{D8CE81FA-5D0B-41A2-B345-55EB53EFC2D3}" dt="2026-04-24T05:49:04.583" v="490" actId="1076"/>
        <pc:sldMkLst>
          <pc:docMk/>
          <pc:sldMk cId="2542986532" sldId="258"/>
        </pc:sldMkLst>
        <pc:spChg chg="mod">
          <ac:chgData name="Balu Vedam" userId="069c06fbc7fd44c2" providerId="LiveId" clId="{D8CE81FA-5D0B-41A2-B345-55EB53EFC2D3}" dt="2026-04-23T17:13:49.542" v="13" actId="255"/>
          <ac:spMkLst>
            <pc:docMk/>
            <pc:sldMk cId="2542986532" sldId="258"/>
            <ac:spMk id="3" creationId="{258CDB99-CA27-3E89-F2EE-C468AD9F8DB8}"/>
          </ac:spMkLst>
        </pc:spChg>
        <pc:spChg chg="mod">
          <ac:chgData name="Balu Vedam" userId="069c06fbc7fd44c2" providerId="LiveId" clId="{D8CE81FA-5D0B-41A2-B345-55EB53EFC2D3}" dt="2026-04-23T17:14:25.242" v="15" actId="255"/>
          <ac:spMkLst>
            <pc:docMk/>
            <pc:sldMk cId="2542986532" sldId="258"/>
            <ac:spMk id="5" creationId="{1001392F-3F7A-99C0-0E18-28DA7F9BAE2B}"/>
          </ac:spMkLst>
        </pc:spChg>
        <pc:picChg chg="mod">
          <ac:chgData name="Balu Vedam" userId="069c06fbc7fd44c2" providerId="LiveId" clId="{D8CE81FA-5D0B-41A2-B345-55EB53EFC2D3}" dt="2026-04-24T05:49:04.583" v="490" actId="1076"/>
          <ac:picMkLst>
            <pc:docMk/>
            <pc:sldMk cId="2542986532" sldId="258"/>
            <ac:picMk id="7" creationId="{318F32A3-784C-AB14-6867-79088BB3D4E0}"/>
          </ac:picMkLst>
        </pc:picChg>
      </pc:sldChg>
      <pc:sldChg chg="addSp delSp modSp mod">
        <pc:chgData name="Balu Vedam" userId="069c06fbc7fd44c2" providerId="LiveId" clId="{D8CE81FA-5D0B-41A2-B345-55EB53EFC2D3}" dt="2026-04-23T17:24:40.595" v="69" actId="1076"/>
        <pc:sldMkLst>
          <pc:docMk/>
          <pc:sldMk cId="3933505691" sldId="259"/>
        </pc:sldMkLst>
        <pc:spChg chg="add del mod">
          <ac:chgData name="Balu Vedam" userId="069c06fbc7fd44c2" providerId="LiveId" clId="{D8CE81FA-5D0B-41A2-B345-55EB53EFC2D3}" dt="2026-04-23T17:11:23.140" v="5" actId="21"/>
          <ac:spMkLst>
            <pc:docMk/>
            <pc:sldMk cId="3933505691" sldId="259"/>
            <ac:spMk id="3" creationId="{BF98F0F8-010C-25D7-23FA-399031D9E095}"/>
          </ac:spMkLst>
        </pc:spChg>
        <pc:spChg chg="add mod">
          <ac:chgData name="Balu Vedam" userId="069c06fbc7fd44c2" providerId="LiveId" clId="{D8CE81FA-5D0B-41A2-B345-55EB53EFC2D3}" dt="2026-04-23T17:16:00.456" v="19" actId="1076"/>
          <ac:spMkLst>
            <pc:docMk/>
            <pc:sldMk cId="3933505691" sldId="259"/>
            <ac:spMk id="5" creationId="{F2D4D57B-EFAF-E1CD-2306-80DE7333BB5A}"/>
          </ac:spMkLst>
        </pc:spChg>
        <pc:spChg chg="add mod">
          <ac:chgData name="Balu Vedam" userId="069c06fbc7fd44c2" providerId="LiveId" clId="{D8CE81FA-5D0B-41A2-B345-55EB53EFC2D3}" dt="2026-04-23T17:17:04.581" v="26" actId="1076"/>
          <ac:spMkLst>
            <pc:docMk/>
            <pc:sldMk cId="3933505691" sldId="259"/>
            <ac:spMk id="7" creationId="{6E770C18-89DD-59F6-AC2A-391FFEBBD28D}"/>
          </ac:spMkLst>
        </pc:spChg>
        <pc:spChg chg="add mod">
          <ac:chgData name="Balu Vedam" userId="069c06fbc7fd44c2" providerId="LiveId" clId="{D8CE81FA-5D0B-41A2-B345-55EB53EFC2D3}" dt="2026-04-23T17:23:44.751" v="55" actId="1076"/>
          <ac:spMkLst>
            <pc:docMk/>
            <pc:sldMk cId="3933505691" sldId="259"/>
            <ac:spMk id="9" creationId="{6578A61E-B551-F8CE-83B7-A26E52044B99}"/>
          </ac:spMkLst>
        </pc:spChg>
        <pc:spChg chg="add mod">
          <ac:chgData name="Balu Vedam" userId="069c06fbc7fd44c2" providerId="LiveId" clId="{D8CE81FA-5D0B-41A2-B345-55EB53EFC2D3}" dt="2026-04-23T17:23:48.597" v="56" actId="1076"/>
          <ac:spMkLst>
            <pc:docMk/>
            <pc:sldMk cId="3933505691" sldId="259"/>
            <ac:spMk id="11" creationId="{D0E3D4FA-17FA-2ECF-EB9F-D82C1FE82B60}"/>
          </ac:spMkLst>
        </pc:spChg>
        <pc:spChg chg="add mod">
          <ac:chgData name="Balu Vedam" userId="069c06fbc7fd44c2" providerId="LiveId" clId="{D8CE81FA-5D0B-41A2-B345-55EB53EFC2D3}" dt="2026-04-23T17:23:54.874" v="57" actId="1076"/>
          <ac:spMkLst>
            <pc:docMk/>
            <pc:sldMk cId="3933505691" sldId="259"/>
            <ac:spMk id="13" creationId="{25C04999-F3AB-6A1A-766C-D17F6CF1E731}"/>
          </ac:spMkLst>
        </pc:spChg>
        <pc:spChg chg="add mod">
          <ac:chgData name="Balu Vedam" userId="069c06fbc7fd44c2" providerId="LiveId" clId="{D8CE81FA-5D0B-41A2-B345-55EB53EFC2D3}" dt="2026-04-23T17:23:57.879" v="58" actId="1076"/>
          <ac:spMkLst>
            <pc:docMk/>
            <pc:sldMk cId="3933505691" sldId="259"/>
            <ac:spMk id="15" creationId="{637054E3-800D-74B6-85D5-7A74C031F693}"/>
          </ac:spMkLst>
        </pc:spChg>
        <pc:spChg chg="add mod">
          <ac:chgData name="Balu Vedam" userId="069c06fbc7fd44c2" providerId="LiveId" clId="{D8CE81FA-5D0B-41A2-B345-55EB53EFC2D3}" dt="2026-04-23T17:24:00.651" v="59" actId="1076"/>
          <ac:spMkLst>
            <pc:docMk/>
            <pc:sldMk cId="3933505691" sldId="259"/>
            <ac:spMk id="17" creationId="{AC04B20A-4C73-25F8-D45D-21DC82865781}"/>
          </ac:spMkLst>
        </pc:spChg>
        <pc:spChg chg="add mod">
          <ac:chgData name="Balu Vedam" userId="069c06fbc7fd44c2" providerId="LiveId" clId="{D8CE81FA-5D0B-41A2-B345-55EB53EFC2D3}" dt="2026-04-23T17:24:04.775" v="60" actId="1076"/>
          <ac:spMkLst>
            <pc:docMk/>
            <pc:sldMk cId="3933505691" sldId="259"/>
            <ac:spMk id="19" creationId="{B56D93CB-0394-CA9E-382C-287F8CC87C31}"/>
          </ac:spMkLst>
        </pc:spChg>
        <pc:spChg chg="add mod">
          <ac:chgData name="Balu Vedam" userId="069c06fbc7fd44c2" providerId="LiveId" clId="{D8CE81FA-5D0B-41A2-B345-55EB53EFC2D3}" dt="2026-04-23T17:24:18.996" v="63" actId="1076"/>
          <ac:spMkLst>
            <pc:docMk/>
            <pc:sldMk cId="3933505691" sldId="259"/>
            <ac:spMk id="21" creationId="{3073291F-E1E1-AC7B-7860-796F2A1CCF18}"/>
          </ac:spMkLst>
        </pc:spChg>
        <pc:spChg chg="add mod">
          <ac:chgData name="Balu Vedam" userId="069c06fbc7fd44c2" providerId="LiveId" clId="{D8CE81FA-5D0B-41A2-B345-55EB53EFC2D3}" dt="2026-04-23T17:24:22.749" v="64" actId="1076"/>
          <ac:spMkLst>
            <pc:docMk/>
            <pc:sldMk cId="3933505691" sldId="259"/>
            <ac:spMk id="23" creationId="{9F1BEA47-0D7C-8AE3-84FD-69EBD7A7EB0A}"/>
          </ac:spMkLst>
        </pc:spChg>
        <pc:spChg chg="add mod">
          <ac:chgData name="Balu Vedam" userId="069c06fbc7fd44c2" providerId="LiveId" clId="{D8CE81FA-5D0B-41A2-B345-55EB53EFC2D3}" dt="2026-04-23T17:24:27.314" v="65" actId="1076"/>
          <ac:spMkLst>
            <pc:docMk/>
            <pc:sldMk cId="3933505691" sldId="259"/>
            <ac:spMk id="25" creationId="{11A1D464-4C5F-4FC4-4895-F9096B509278}"/>
          </ac:spMkLst>
        </pc:spChg>
        <pc:spChg chg="add mod">
          <ac:chgData name="Balu Vedam" userId="069c06fbc7fd44c2" providerId="LiveId" clId="{D8CE81FA-5D0B-41A2-B345-55EB53EFC2D3}" dt="2026-04-23T17:24:30.888" v="66" actId="1076"/>
          <ac:spMkLst>
            <pc:docMk/>
            <pc:sldMk cId="3933505691" sldId="259"/>
            <ac:spMk id="27" creationId="{6CAC5B15-4E72-D24A-BF7D-5662385C6242}"/>
          </ac:spMkLst>
        </pc:spChg>
        <pc:spChg chg="add mod">
          <ac:chgData name="Balu Vedam" userId="069c06fbc7fd44c2" providerId="LiveId" clId="{D8CE81FA-5D0B-41A2-B345-55EB53EFC2D3}" dt="2026-04-23T17:24:33.665" v="67" actId="1076"/>
          <ac:spMkLst>
            <pc:docMk/>
            <pc:sldMk cId="3933505691" sldId="259"/>
            <ac:spMk id="29" creationId="{5EBA77C7-F0AD-8A2C-77B6-705F4F36DF21}"/>
          </ac:spMkLst>
        </pc:spChg>
        <pc:spChg chg="add mod">
          <ac:chgData name="Balu Vedam" userId="069c06fbc7fd44c2" providerId="LiveId" clId="{D8CE81FA-5D0B-41A2-B345-55EB53EFC2D3}" dt="2026-04-23T17:24:36.925" v="68" actId="1076"/>
          <ac:spMkLst>
            <pc:docMk/>
            <pc:sldMk cId="3933505691" sldId="259"/>
            <ac:spMk id="31" creationId="{E2E205D8-E2B2-4AB5-1631-5E695A2F7818}"/>
          </ac:spMkLst>
        </pc:spChg>
        <pc:spChg chg="add mod">
          <ac:chgData name="Balu Vedam" userId="069c06fbc7fd44c2" providerId="LiveId" clId="{D8CE81FA-5D0B-41A2-B345-55EB53EFC2D3}" dt="2026-04-23T17:24:40.595" v="69" actId="1076"/>
          <ac:spMkLst>
            <pc:docMk/>
            <pc:sldMk cId="3933505691" sldId="259"/>
            <ac:spMk id="33" creationId="{B3C69F6D-53F4-0600-68B3-A39539B756A8}"/>
          </ac:spMkLst>
        </pc:spChg>
      </pc:sldChg>
      <pc:sldChg chg="addSp modSp new mod">
        <pc:chgData name="Balu Vedam" userId="069c06fbc7fd44c2" providerId="LiveId" clId="{D8CE81FA-5D0B-41A2-B345-55EB53EFC2D3}" dt="2026-04-24T06:36:10.470" v="884" actId="20577"/>
        <pc:sldMkLst>
          <pc:docMk/>
          <pc:sldMk cId="1608553201" sldId="260"/>
        </pc:sldMkLst>
        <pc:spChg chg="add mod">
          <ac:chgData name="Balu Vedam" userId="069c06fbc7fd44c2" providerId="LiveId" clId="{D8CE81FA-5D0B-41A2-B345-55EB53EFC2D3}" dt="2026-04-23T17:45:46.558" v="79" actId="1076"/>
          <ac:spMkLst>
            <pc:docMk/>
            <pc:sldMk cId="1608553201" sldId="260"/>
            <ac:spMk id="3" creationId="{A89B94A2-FE9E-CA46-5D91-3C1A3F25BF23}"/>
          </ac:spMkLst>
        </pc:spChg>
        <pc:spChg chg="add mod">
          <ac:chgData name="Balu Vedam" userId="069c06fbc7fd44c2" providerId="LiveId" clId="{D8CE81FA-5D0B-41A2-B345-55EB53EFC2D3}" dt="2026-04-24T06:36:10.470" v="884" actId="20577"/>
          <ac:spMkLst>
            <pc:docMk/>
            <pc:sldMk cId="1608553201" sldId="260"/>
            <ac:spMk id="5" creationId="{213F313B-B8F9-8D92-0CD4-9936A570DF96}"/>
          </ac:spMkLst>
        </pc:spChg>
        <pc:spChg chg="add mod">
          <ac:chgData name="Balu Vedam" userId="069c06fbc7fd44c2" providerId="LiveId" clId="{D8CE81FA-5D0B-41A2-B345-55EB53EFC2D3}" dt="2026-04-23T17:53:51.577" v="166" actId="1076"/>
          <ac:spMkLst>
            <pc:docMk/>
            <pc:sldMk cId="1608553201" sldId="260"/>
            <ac:spMk id="7" creationId="{4C9E91AB-DBCA-2187-C47B-77A695110771}"/>
          </ac:spMkLst>
        </pc:spChg>
        <pc:picChg chg="add mod">
          <ac:chgData name="Balu Vedam" userId="069c06fbc7fd44c2" providerId="LiveId" clId="{D8CE81FA-5D0B-41A2-B345-55EB53EFC2D3}" dt="2026-04-24T05:48:53.488" v="488" actId="1076"/>
          <ac:picMkLst>
            <pc:docMk/>
            <pc:sldMk cId="1608553201" sldId="260"/>
            <ac:picMk id="9" creationId="{2EE2CB58-BB9D-94E9-D2B0-4CEA05015EEF}"/>
          </ac:picMkLst>
        </pc:picChg>
      </pc:sldChg>
      <pc:sldChg chg="addSp modSp new mod modNotesTx">
        <pc:chgData name="Balu Vedam" userId="069c06fbc7fd44c2" providerId="LiveId" clId="{D8CE81FA-5D0B-41A2-B345-55EB53EFC2D3}" dt="2026-04-24T06:36:00.287" v="883" actId="20577"/>
        <pc:sldMkLst>
          <pc:docMk/>
          <pc:sldMk cId="4223400962" sldId="261"/>
        </pc:sldMkLst>
        <pc:spChg chg="add mod">
          <ac:chgData name="Balu Vedam" userId="069c06fbc7fd44c2" providerId="LiveId" clId="{D8CE81FA-5D0B-41A2-B345-55EB53EFC2D3}" dt="2026-04-24T06:36:00.287" v="883" actId="20577"/>
          <ac:spMkLst>
            <pc:docMk/>
            <pc:sldMk cId="4223400962" sldId="261"/>
            <ac:spMk id="3" creationId="{F19B7559-56B9-68ED-7340-EBC2222F95E8}"/>
          </ac:spMkLst>
        </pc:spChg>
        <pc:spChg chg="add mod">
          <ac:chgData name="Balu Vedam" userId="069c06fbc7fd44c2" providerId="LiveId" clId="{D8CE81FA-5D0B-41A2-B345-55EB53EFC2D3}" dt="2026-04-23T18:46:02.603" v="267" actId="1076"/>
          <ac:spMkLst>
            <pc:docMk/>
            <pc:sldMk cId="4223400962" sldId="261"/>
            <ac:spMk id="5" creationId="{CFB464DF-F1EF-0344-D1DC-E489FEF115A1}"/>
          </ac:spMkLst>
        </pc:spChg>
        <pc:picChg chg="add mod">
          <ac:chgData name="Balu Vedam" userId="069c06fbc7fd44c2" providerId="LiveId" clId="{D8CE81FA-5D0B-41A2-B345-55EB53EFC2D3}" dt="2026-04-24T05:48:43.011" v="486" actId="1076"/>
          <ac:picMkLst>
            <pc:docMk/>
            <pc:sldMk cId="4223400962" sldId="261"/>
            <ac:picMk id="7" creationId="{93C7C5F5-C3AC-CCAD-9329-17689E38C101}"/>
          </ac:picMkLst>
        </pc:picChg>
      </pc:sldChg>
      <pc:sldChg chg="addSp modSp new mod modNotesTx">
        <pc:chgData name="Balu Vedam" userId="069c06fbc7fd44c2" providerId="LiveId" clId="{D8CE81FA-5D0B-41A2-B345-55EB53EFC2D3}" dt="2026-04-24T07:17:44.661" v="1035" actId="1076"/>
        <pc:sldMkLst>
          <pc:docMk/>
          <pc:sldMk cId="670834355" sldId="262"/>
        </pc:sldMkLst>
        <pc:spChg chg="add mod">
          <ac:chgData name="Balu Vedam" userId="069c06fbc7fd44c2" providerId="LiveId" clId="{D8CE81FA-5D0B-41A2-B345-55EB53EFC2D3}" dt="2026-04-24T06:35:50.864" v="882" actId="20577"/>
          <ac:spMkLst>
            <pc:docMk/>
            <pc:sldMk cId="670834355" sldId="262"/>
            <ac:spMk id="3" creationId="{EEAB713E-367E-3112-DF29-4B2C880289BE}"/>
          </ac:spMkLst>
        </pc:spChg>
        <pc:spChg chg="add mod">
          <ac:chgData name="Balu Vedam" userId="069c06fbc7fd44c2" providerId="LiveId" clId="{D8CE81FA-5D0B-41A2-B345-55EB53EFC2D3}" dt="2026-04-23T18:55:52.892" v="387" actId="1076"/>
          <ac:spMkLst>
            <pc:docMk/>
            <pc:sldMk cId="670834355" sldId="262"/>
            <ac:spMk id="5" creationId="{EDE2E06B-7C7A-A77B-6544-8A0A4D2A580C}"/>
          </ac:spMkLst>
        </pc:spChg>
        <pc:picChg chg="add mod">
          <ac:chgData name="Balu Vedam" userId="069c06fbc7fd44c2" providerId="LiveId" clId="{D8CE81FA-5D0B-41A2-B345-55EB53EFC2D3}" dt="2026-04-24T07:17:44.661" v="1035" actId="1076"/>
          <ac:picMkLst>
            <pc:docMk/>
            <pc:sldMk cId="670834355" sldId="262"/>
            <ac:picMk id="7" creationId="{0C10E012-9D7B-5D1D-1596-584EA3DD95DA}"/>
          </ac:picMkLst>
        </pc:picChg>
      </pc:sldChg>
      <pc:sldChg chg="addSp modSp new mod modNotesTx">
        <pc:chgData name="Balu Vedam" userId="069c06fbc7fd44c2" providerId="LiveId" clId="{D8CE81FA-5D0B-41A2-B345-55EB53EFC2D3}" dt="2026-04-24T06:35:42.030" v="881" actId="20577"/>
        <pc:sldMkLst>
          <pc:docMk/>
          <pc:sldMk cId="3037150597" sldId="263"/>
        </pc:sldMkLst>
        <pc:spChg chg="add mod">
          <ac:chgData name="Balu Vedam" userId="069c06fbc7fd44c2" providerId="LiveId" clId="{D8CE81FA-5D0B-41A2-B345-55EB53EFC2D3}" dt="2026-04-24T06:35:42.030" v="881" actId="20577"/>
          <ac:spMkLst>
            <pc:docMk/>
            <pc:sldMk cId="3037150597" sldId="263"/>
            <ac:spMk id="3" creationId="{C330F399-BBBE-2423-994F-74372ED180B8}"/>
          </ac:spMkLst>
        </pc:spChg>
        <pc:spChg chg="add mod">
          <ac:chgData name="Balu Vedam" userId="069c06fbc7fd44c2" providerId="LiveId" clId="{D8CE81FA-5D0B-41A2-B345-55EB53EFC2D3}" dt="2026-04-24T05:47:06.205" v="481" actId="20577"/>
          <ac:spMkLst>
            <pc:docMk/>
            <pc:sldMk cId="3037150597" sldId="263"/>
            <ac:spMk id="5" creationId="{A918354D-892C-1158-77D3-2E38C33BC230}"/>
          </ac:spMkLst>
        </pc:spChg>
        <pc:picChg chg="add mod">
          <ac:chgData name="Balu Vedam" userId="069c06fbc7fd44c2" providerId="LiveId" clId="{D8CE81FA-5D0B-41A2-B345-55EB53EFC2D3}" dt="2026-04-24T05:48:27.635" v="484" actId="1076"/>
          <ac:picMkLst>
            <pc:docMk/>
            <pc:sldMk cId="3037150597" sldId="263"/>
            <ac:picMk id="7" creationId="{519CE4A0-1761-9B08-FF71-D543234AA299}"/>
          </ac:picMkLst>
        </pc:picChg>
      </pc:sldChg>
      <pc:sldChg chg="addSp modSp new mod modNotesTx">
        <pc:chgData name="Balu Vedam" userId="069c06fbc7fd44c2" providerId="LiveId" clId="{D8CE81FA-5D0B-41A2-B345-55EB53EFC2D3}" dt="2026-04-24T06:35:28.899" v="880" actId="20577"/>
        <pc:sldMkLst>
          <pc:docMk/>
          <pc:sldMk cId="1040545768" sldId="264"/>
        </pc:sldMkLst>
        <pc:spChg chg="add mod">
          <ac:chgData name="Balu Vedam" userId="069c06fbc7fd44c2" providerId="LiveId" clId="{D8CE81FA-5D0B-41A2-B345-55EB53EFC2D3}" dt="2026-04-24T06:35:28.899" v="880" actId="20577"/>
          <ac:spMkLst>
            <pc:docMk/>
            <pc:sldMk cId="1040545768" sldId="264"/>
            <ac:spMk id="3" creationId="{01538AA0-5A6F-FA3E-16AB-2873F7B4ED08}"/>
          </ac:spMkLst>
        </pc:spChg>
        <pc:spChg chg="add mod">
          <ac:chgData name="Balu Vedam" userId="069c06fbc7fd44c2" providerId="LiveId" clId="{D8CE81FA-5D0B-41A2-B345-55EB53EFC2D3}" dt="2026-04-24T06:03:14.933" v="603" actId="313"/>
          <ac:spMkLst>
            <pc:docMk/>
            <pc:sldMk cId="1040545768" sldId="264"/>
            <ac:spMk id="5" creationId="{3500A3BE-E782-B4C0-8411-3241CB4B7243}"/>
          </ac:spMkLst>
        </pc:spChg>
        <pc:picChg chg="add mod">
          <ac:chgData name="Balu Vedam" userId="069c06fbc7fd44c2" providerId="LiveId" clId="{D8CE81FA-5D0B-41A2-B345-55EB53EFC2D3}" dt="2026-04-24T06:04:37.565" v="609" actId="1076"/>
          <ac:picMkLst>
            <pc:docMk/>
            <pc:sldMk cId="1040545768" sldId="264"/>
            <ac:picMk id="7" creationId="{E063DACD-EEE1-4BB1-6620-C023B199C734}"/>
          </ac:picMkLst>
        </pc:picChg>
      </pc:sldChg>
      <pc:sldChg chg="addSp modSp new mod modNotesTx">
        <pc:chgData name="Balu Vedam" userId="069c06fbc7fd44c2" providerId="LiveId" clId="{D8CE81FA-5D0B-41A2-B345-55EB53EFC2D3}" dt="2026-04-24T07:17:31.137" v="1033" actId="1076"/>
        <pc:sldMkLst>
          <pc:docMk/>
          <pc:sldMk cId="2321194936" sldId="265"/>
        </pc:sldMkLst>
        <pc:spChg chg="add mod">
          <ac:chgData name="Balu Vedam" userId="069c06fbc7fd44c2" providerId="LiveId" clId="{D8CE81FA-5D0B-41A2-B345-55EB53EFC2D3}" dt="2026-04-24T06:35:20.746" v="879" actId="20577"/>
          <ac:spMkLst>
            <pc:docMk/>
            <pc:sldMk cId="2321194936" sldId="265"/>
            <ac:spMk id="3" creationId="{E1276534-8B0D-8CC1-3D8B-2B750F3E55C9}"/>
          </ac:spMkLst>
        </pc:spChg>
        <pc:spChg chg="add mod">
          <ac:chgData name="Balu Vedam" userId="069c06fbc7fd44c2" providerId="LiveId" clId="{D8CE81FA-5D0B-41A2-B345-55EB53EFC2D3}" dt="2026-04-24T06:29:34.187" v="861" actId="1076"/>
          <ac:spMkLst>
            <pc:docMk/>
            <pc:sldMk cId="2321194936" sldId="265"/>
            <ac:spMk id="5" creationId="{1CDAA239-B411-8550-3BC5-13D4F9A3B47A}"/>
          </ac:spMkLst>
        </pc:spChg>
        <pc:picChg chg="add mod">
          <ac:chgData name="Balu Vedam" userId="069c06fbc7fd44c2" providerId="LiveId" clId="{D8CE81FA-5D0B-41A2-B345-55EB53EFC2D3}" dt="2026-04-24T07:17:31.137" v="1033" actId="1076"/>
          <ac:picMkLst>
            <pc:docMk/>
            <pc:sldMk cId="2321194936" sldId="265"/>
            <ac:picMk id="7" creationId="{D016E45F-1C44-4752-DE3E-5A250CFBF185}"/>
          </ac:picMkLst>
        </pc:picChg>
      </pc:sldChg>
      <pc:sldChg chg="addSp modSp new mod">
        <pc:chgData name="Balu Vedam" userId="069c06fbc7fd44c2" providerId="LiveId" clId="{D8CE81FA-5D0B-41A2-B345-55EB53EFC2D3}" dt="2026-04-24T06:50:42.687" v="941" actId="1076"/>
        <pc:sldMkLst>
          <pc:docMk/>
          <pc:sldMk cId="1643934622" sldId="266"/>
        </pc:sldMkLst>
        <pc:spChg chg="add mod">
          <ac:chgData name="Balu Vedam" userId="069c06fbc7fd44c2" providerId="LiveId" clId="{D8CE81FA-5D0B-41A2-B345-55EB53EFC2D3}" dt="2026-04-24T06:49:51.832" v="937" actId="20577"/>
          <ac:spMkLst>
            <pc:docMk/>
            <pc:sldMk cId="1643934622" sldId="266"/>
            <ac:spMk id="3" creationId="{4FB252CC-0853-E568-266A-2916CAF596CB}"/>
          </ac:spMkLst>
        </pc:spChg>
        <pc:spChg chg="add mod">
          <ac:chgData name="Balu Vedam" userId="069c06fbc7fd44c2" providerId="LiveId" clId="{D8CE81FA-5D0B-41A2-B345-55EB53EFC2D3}" dt="2026-04-24T06:49:59.293" v="938" actId="1076"/>
          <ac:spMkLst>
            <pc:docMk/>
            <pc:sldMk cId="1643934622" sldId="266"/>
            <ac:spMk id="5" creationId="{FDC7965C-42AB-18EB-49EE-3560C1AB25F7}"/>
          </ac:spMkLst>
        </pc:spChg>
        <pc:picChg chg="add mod">
          <ac:chgData name="Balu Vedam" userId="069c06fbc7fd44c2" providerId="LiveId" clId="{D8CE81FA-5D0B-41A2-B345-55EB53EFC2D3}" dt="2026-04-24T06:50:42.687" v="941" actId="1076"/>
          <ac:picMkLst>
            <pc:docMk/>
            <pc:sldMk cId="1643934622" sldId="266"/>
            <ac:picMk id="7" creationId="{5C7CDDD4-2E1C-EB6D-1186-7185364F2C85}"/>
          </ac:picMkLst>
        </pc:picChg>
      </pc:sldChg>
      <pc:sldChg chg="addSp modSp new mod">
        <pc:chgData name="Balu Vedam" userId="069c06fbc7fd44c2" providerId="LiveId" clId="{D8CE81FA-5D0B-41A2-B345-55EB53EFC2D3}" dt="2026-04-24T07:18:34.279" v="1037" actId="1076"/>
        <pc:sldMkLst>
          <pc:docMk/>
          <pc:sldMk cId="3578085841" sldId="267"/>
        </pc:sldMkLst>
        <pc:spChg chg="add mod">
          <ac:chgData name="Balu Vedam" userId="069c06fbc7fd44c2" providerId="LiveId" clId="{D8CE81FA-5D0B-41A2-B345-55EB53EFC2D3}" dt="2026-04-24T06:53:21.662" v="954" actId="20577"/>
          <ac:spMkLst>
            <pc:docMk/>
            <pc:sldMk cId="3578085841" sldId="267"/>
            <ac:spMk id="3" creationId="{DA478405-C7E2-B77B-820B-63A6D3B59A5D}"/>
          </ac:spMkLst>
        </pc:spChg>
        <pc:spChg chg="add mod">
          <ac:chgData name="Balu Vedam" userId="069c06fbc7fd44c2" providerId="LiveId" clId="{D8CE81FA-5D0B-41A2-B345-55EB53EFC2D3}" dt="2026-04-24T06:58:52.549" v="958" actId="1076"/>
          <ac:spMkLst>
            <pc:docMk/>
            <pc:sldMk cId="3578085841" sldId="267"/>
            <ac:spMk id="5" creationId="{0A48A56B-1963-02F9-E52C-6E6723EA0970}"/>
          </ac:spMkLst>
        </pc:spChg>
        <pc:picChg chg="add mod">
          <ac:chgData name="Balu Vedam" userId="069c06fbc7fd44c2" providerId="LiveId" clId="{D8CE81FA-5D0B-41A2-B345-55EB53EFC2D3}" dt="2026-04-24T07:18:34.279" v="1037" actId="1076"/>
          <ac:picMkLst>
            <pc:docMk/>
            <pc:sldMk cId="3578085841" sldId="267"/>
            <ac:picMk id="7" creationId="{DDD79F90-B6DE-19A4-69A5-B31386CE9E69}"/>
          </ac:picMkLst>
        </pc:picChg>
      </pc:sldChg>
      <pc:sldChg chg="addSp modSp new mod">
        <pc:chgData name="Balu Vedam" userId="069c06fbc7fd44c2" providerId="LiveId" clId="{D8CE81FA-5D0B-41A2-B345-55EB53EFC2D3}" dt="2026-04-24T07:07:01.060" v="1009" actId="1076"/>
        <pc:sldMkLst>
          <pc:docMk/>
          <pc:sldMk cId="2823813593" sldId="268"/>
        </pc:sldMkLst>
        <pc:spChg chg="add mod">
          <ac:chgData name="Balu Vedam" userId="069c06fbc7fd44c2" providerId="LiveId" clId="{D8CE81FA-5D0B-41A2-B345-55EB53EFC2D3}" dt="2026-04-24T07:01:34.897" v="971" actId="1076"/>
          <ac:spMkLst>
            <pc:docMk/>
            <pc:sldMk cId="2823813593" sldId="268"/>
            <ac:spMk id="3" creationId="{0A45D913-7B9D-0EAE-E3E1-B9FDED0A1AD3}"/>
          </ac:spMkLst>
        </pc:spChg>
        <pc:spChg chg="add mod">
          <ac:chgData name="Balu Vedam" userId="069c06fbc7fd44c2" providerId="LiveId" clId="{D8CE81FA-5D0B-41A2-B345-55EB53EFC2D3}" dt="2026-04-24T07:06:17.618" v="1006" actId="1076"/>
          <ac:spMkLst>
            <pc:docMk/>
            <pc:sldMk cId="2823813593" sldId="268"/>
            <ac:spMk id="5" creationId="{B4B06483-B3E5-65A1-1CCF-097AFD8F0F72}"/>
          </ac:spMkLst>
        </pc:spChg>
        <pc:picChg chg="add mod">
          <ac:chgData name="Balu Vedam" userId="069c06fbc7fd44c2" providerId="LiveId" clId="{D8CE81FA-5D0B-41A2-B345-55EB53EFC2D3}" dt="2026-04-24T07:07:01.060" v="1009" actId="1076"/>
          <ac:picMkLst>
            <pc:docMk/>
            <pc:sldMk cId="2823813593" sldId="268"/>
            <ac:picMk id="7" creationId="{91EB9A69-675A-B83D-FD11-D0D748381F5F}"/>
          </ac:picMkLst>
        </pc:picChg>
      </pc:sldChg>
      <pc:sldChg chg="addSp delSp modSp new mod">
        <pc:chgData name="Balu Vedam" userId="069c06fbc7fd44c2" providerId="LiveId" clId="{D8CE81FA-5D0B-41A2-B345-55EB53EFC2D3}" dt="2026-04-24T07:17:18.516" v="1032" actId="1076"/>
        <pc:sldMkLst>
          <pc:docMk/>
          <pc:sldMk cId="370470392" sldId="269"/>
        </pc:sldMkLst>
        <pc:spChg chg="add del mod">
          <ac:chgData name="Balu Vedam" userId="069c06fbc7fd44c2" providerId="LiveId" clId="{D8CE81FA-5D0B-41A2-B345-55EB53EFC2D3}" dt="2026-04-24T07:08:49.977" v="1015" actId="21"/>
          <ac:spMkLst>
            <pc:docMk/>
            <pc:sldMk cId="370470392" sldId="269"/>
            <ac:spMk id="3" creationId="{4C64E353-268F-004B-3BD2-5CA50B12F7C5}"/>
          </ac:spMkLst>
        </pc:spChg>
        <pc:spChg chg="add mod">
          <ac:chgData name="Balu Vedam" userId="069c06fbc7fd44c2" providerId="LiveId" clId="{D8CE81FA-5D0B-41A2-B345-55EB53EFC2D3}" dt="2026-04-24T07:11:13.432" v="1025" actId="1076"/>
          <ac:spMkLst>
            <pc:docMk/>
            <pc:sldMk cId="370470392" sldId="269"/>
            <ac:spMk id="5" creationId="{87A97917-9E76-07BD-7DC3-54B4A05573F2}"/>
          </ac:spMkLst>
        </pc:spChg>
        <pc:spChg chg="add mod">
          <ac:chgData name="Balu Vedam" userId="069c06fbc7fd44c2" providerId="LiveId" clId="{D8CE81FA-5D0B-41A2-B345-55EB53EFC2D3}" dt="2026-04-24T07:16:39.489" v="1029" actId="1076"/>
          <ac:spMkLst>
            <pc:docMk/>
            <pc:sldMk cId="370470392" sldId="269"/>
            <ac:spMk id="7" creationId="{886A4243-0D58-F056-59E1-7D300529B7AC}"/>
          </ac:spMkLst>
        </pc:spChg>
        <pc:picChg chg="add mod">
          <ac:chgData name="Balu Vedam" userId="069c06fbc7fd44c2" providerId="LiveId" clId="{D8CE81FA-5D0B-41A2-B345-55EB53EFC2D3}" dt="2026-04-24T07:17:18.516" v="1032" actId="1076"/>
          <ac:picMkLst>
            <pc:docMk/>
            <pc:sldMk cId="370470392" sldId="269"/>
            <ac:picMk id="9" creationId="{F5F2F006-9369-D2F7-0FD9-B78E2B648A8B}"/>
          </ac:picMkLst>
        </pc:picChg>
      </pc:sldChg>
      <pc:sldChg chg="addSp modSp new mod">
        <pc:chgData name="Balu Vedam" userId="069c06fbc7fd44c2" providerId="LiveId" clId="{D8CE81FA-5D0B-41A2-B345-55EB53EFC2D3}" dt="2026-04-24T07:25:24.101" v="1058" actId="1076"/>
        <pc:sldMkLst>
          <pc:docMk/>
          <pc:sldMk cId="2437799628" sldId="270"/>
        </pc:sldMkLst>
        <pc:spChg chg="add mod">
          <ac:chgData name="Balu Vedam" userId="069c06fbc7fd44c2" providerId="LiveId" clId="{D8CE81FA-5D0B-41A2-B345-55EB53EFC2D3}" dt="2026-04-24T07:20:59.044" v="1050" actId="1076"/>
          <ac:spMkLst>
            <pc:docMk/>
            <pc:sldMk cId="2437799628" sldId="270"/>
            <ac:spMk id="3" creationId="{6E302F02-150E-14DD-C32D-B4866A023273}"/>
          </ac:spMkLst>
        </pc:spChg>
        <pc:spChg chg="add mod">
          <ac:chgData name="Balu Vedam" userId="069c06fbc7fd44c2" providerId="LiveId" clId="{D8CE81FA-5D0B-41A2-B345-55EB53EFC2D3}" dt="2026-04-24T07:24:20.043" v="1055" actId="1076"/>
          <ac:spMkLst>
            <pc:docMk/>
            <pc:sldMk cId="2437799628" sldId="270"/>
            <ac:spMk id="5" creationId="{CAD89933-0F03-A101-3CBF-AD5A639EEA11}"/>
          </ac:spMkLst>
        </pc:spChg>
        <pc:picChg chg="add mod">
          <ac:chgData name="Balu Vedam" userId="069c06fbc7fd44c2" providerId="LiveId" clId="{D8CE81FA-5D0B-41A2-B345-55EB53EFC2D3}" dt="2026-04-24T07:25:24.101" v="1058" actId="1076"/>
          <ac:picMkLst>
            <pc:docMk/>
            <pc:sldMk cId="2437799628" sldId="270"/>
            <ac:picMk id="7" creationId="{D1B20AFF-2337-9383-AFE3-F0CAF0AB716B}"/>
          </ac:picMkLst>
        </pc:picChg>
      </pc:sldChg>
      <pc:sldChg chg="addSp modSp new mod">
        <pc:chgData name="Balu Vedam" userId="069c06fbc7fd44c2" providerId="LiveId" clId="{D8CE81FA-5D0B-41A2-B345-55EB53EFC2D3}" dt="2026-04-24T07:31:59.121" v="1077" actId="1076"/>
        <pc:sldMkLst>
          <pc:docMk/>
          <pc:sldMk cId="3247560353" sldId="271"/>
        </pc:sldMkLst>
        <pc:spChg chg="add mod">
          <ac:chgData name="Balu Vedam" userId="069c06fbc7fd44c2" providerId="LiveId" clId="{D8CE81FA-5D0B-41A2-B345-55EB53EFC2D3}" dt="2026-04-24T07:28:51.422" v="1071" actId="1076"/>
          <ac:spMkLst>
            <pc:docMk/>
            <pc:sldMk cId="3247560353" sldId="271"/>
            <ac:spMk id="3" creationId="{154F347D-CCB7-E9BB-C151-31E8146D877F}"/>
          </ac:spMkLst>
        </pc:spChg>
        <pc:spChg chg="add mod">
          <ac:chgData name="Balu Vedam" userId="069c06fbc7fd44c2" providerId="LiveId" clId="{D8CE81FA-5D0B-41A2-B345-55EB53EFC2D3}" dt="2026-04-24T07:31:21.622" v="1075" actId="1076"/>
          <ac:spMkLst>
            <pc:docMk/>
            <pc:sldMk cId="3247560353" sldId="271"/>
            <ac:spMk id="5" creationId="{2469136A-9703-5755-9B7A-8F2BC71093B9}"/>
          </ac:spMkLst>
        </pc:spChg>
        <pc:picChg chg="add mod">
          <ac:chgData name="Balu Vedam" userId="069c06fbc7fd44c2" providerId="LiveId" clId="{D8CE81FA-5D0B-41A2-B345-55EB53EFC2D3}" dt="2026-04-24T07:31:59.121" v="1077" actId="1076"/>
          <ac:picMkLst>
            <pc:docMk/>
            <pc:sldMk cId="3247560353" sldId="271"/>
            <ac:picMk id="7" creationId="{AC1A4E93-DFAC-64D8-2B9F-3E918046E0E6}"/>
          </ac:picMkLst>
        </pc:picChg>
      </pc:sldChg>
      <pc:sldChg chg="addSp modSp new mod">
        <pc:chgData name="Balu Vedam" userId="069c06fbc7fd44c2" providerId="LiveId" clId="{D8CE81FA-5D0B-41A2-B345-55EB53EFC2D3}" dt="2026-04-24T07:36:21.371" v="1096" actId="1076"/>
        <pc:sldMkLst>
          <pc:docMk/>
          <pc:sldMk cId="1693161021" sldId="272"/>
        </pc:sldMkLst>
        <pc:spChg chg="add mod">
          <ac:chgData name="Balu Vedam" userId="069c06fbc7fd44c2" providerId="LiveId" clId="{D8CE81FA-5D0B-41A2-B345-55EB53EFC2D3}" dt="2026-04-24T07:33:44.982" v="1088" actId="14100"/>
          <ac:spMkLst>
            <pc:docMk/>
            <pc:sldMk cId="1693161021" sldId="272"/>
            <ac:spMk id="3" creationId="{EFF2ECEF-3DB1-5234-1720-4CA1580ADCDE}"/>
          </ac:spMkLst>
        </pc:spChg>
        <pc:spChg chg="add mod">
          <ac:chgData name="Balu Vedam" userId="069c06fbc7fd44c2" providerId="LiveId" clId="{D8CE81FA-5D0B-41A2-B345-55EB53EFC2D3}" dt="2026-04-24T07:35:32.253" v="1092" actId="1076"/>
          <ac:spMkLst>
            <pc:docMk/>
            <pc:sldMk cId="1693161021" sldId="272"/>
            <ac:spMk id="5" creationId="{4910DF88-4340-A222-B9DB-A0BD003E9AD4}"/>
          </ac:spMkLst>
        </pc:spChg>
        <pc:picChg chg="add mod">
          <ac:chgData name="Balu Vedam" userId="069c06fbc7fd44c2" providerId="LiveId" clId="{D8CE81FA-5D0B-41A2-B345-55EB53EFC2D3}" dt="2026-04-24T07:36:21.371" v="1096" actId="1076"/>
          <ac:picMkLst>
            <pc:docMk/>
            <pc:sldMk cId="1693161021" sldId="272"/>
            <ac:picMk id="7" creationId="{32AC0808-3CE1-31CE-9ACC-A63E47111B65}"/>
          </ac:picMkLst>
        </pc:picChg>
      </pc:sldChg>
      <pc:sldChg chg="addSp modSp new mod">
        <pc:chgData name="Balu Vedam" userId="069c06fbc7fd44c2" providerId="LiveId" clId="{D8CE81FA-5D0B-41A2-B345-55EB53EFC2D3}" dt="2026-04-24T07:40:13.755" v="1116" actId="1076"/>
        <pc:sldMkLst>
          <pc:docMk/>
          <pc:sldMk cId="2350196404" sldId="273"/>
        </pc:sldMkLst>
        <pc:spChg chg="add mod">
          <ac:chgData name="Balu Vedam" userId="069c06fbc7fd44c2" providerId="LiveId" clId="{D8CE81FA-5D0B-41A2-B345-55EB53EFC2D3}" dt="2026-04-24T07:38:23.277" v="1109" actId="1076"/>
          <ac:spMkLst>
            <pc:docMk/>
            <pc:sldMk cId="2350196404" sldId="273"/>
            <ac:spMk id="3" creationId="{84A73902-B47D-B7CC-5D26-5323E422AC76}"/>
          </ac:spMkLst>
        </pc:spChg>
        <pc:spChg chg="add mod">
          <ac:chgData name="Balu Vedam" userId="069c06fbc7fd44c2" providerId="LiveId" clId="{D8CE81FA-5D0B-41A2-B345-55EB53EFC2D3}" dt="2026-04-24T07:39:36.753" v="1113" actId="1076"/>
          <ac:spMkLst>
            <pc:docMk/>
            <pc:sldMk cId="2350196404" sldId="273"/>
            <ac:spMk id="5" creationId="{A19B6B62-08DD-7DF8-C7D0-5EEAEACC239A}"/>
          </ac:spMkLst>
        </pc:spChg>
        <pc:picChg chg="add mod">
          <ac:chgData name="Balu Vedam" userId="069c06fbc7fd44c2" providerId="LiveId" clId="{D8CE81FA-5D0B-41A2-B345-55EB53EFC2D3}" dt="2026-04-24T07:40:13.755" v="1116" actId="1076"/>
          <ac:picMkLst>
            <pc:docMk/>
            <pc:sldMk cId="2350196404" sldId="273"/>
            <ac:picMk id="7" creationId="{57494CFC-1612-9273-3950-666C08AF0BF5}"/>
          </ac:picMkLst>
        </pc:picChg>
      </pc:sldChg>
      <pc:sldChg chg="addSp modSp new mod">
        <pc:chgData name="Balu Vedam" userId="069c06fbc7fd44c2" providerId="LiveId" clId="{D8CE81FA-5D0B-41A2-B345-55EB53EFC2D3}" dt="2026-04-24T07:55:56.047" v="1136" actId="1076"/>
        <pc:sldMkLst>
          <pc:docMk/>
          <pc:sldMk cId="1871035960" sldId="274"/>
        </pc:sldMkLst>
        <pc:spChg chg="add mod">
          <ac:chgData name="Balu Vedam" userId="069c06fbc7fd44c2" providerId="LiveId" clId="{D8CE81FA-5D0B-41A2-B345-55EB53EFC2D3}" dt="2026-04-24T07:51:57.561" v="1128" actId="14100"/>
          <ac:spMkLst>
            <pc:docMk/>
            <pc:sldMk cId="1871035960" sldId="274"/>
            <ac:spMk id="3" creationId="{61EF55DA-CD1B-12B3-7BDF-42C497F7C340}"/>
          </ac:spMkLst>
        </pc:spChg>
        <pc:spChg chg="add mod">
          <ac:chgData name="Balu Vedam" userId="069c06fbc7fd44c2" providerId="LiveId" clId="{D8CE81FA-5D0B-41A2-B345-55EB53EFC2D3}" dt="2026-04-24T07:55:20.840" v="1134" actId="1076"/>
          <ac:spMkLst>
            <pc:docMk/>
            <pc:sldMk cId="1871035960" sldId="274"/>
            <ac:spMk id="5" creationId="{8E90C0BD-ECF0-2E9A-3AE3-9A0A6C58C688}"/>
          </ac:spMkLst>
        </pc:spChg>
        <pc:picChg chg="add mod">
          <ac:chgData name="Balu Vedam" userId="069c06fbc7fd44c2" providerId="LiveId" clId="{D8CE81FA-5D0B-41A2-B345-55EB53EFC2D3}" dt="2026-04-24T07:55:56.047" v="1136" actId="1076"/>
          <ac:picMkLst>
            <pc:docMk/>
            <pc:sldMk cId="1871035960" sldId="274"/>
            <ac:picMk id="7" creationId="{21963EB9-05FC-C433-7240-12C83DE467ED}"/>
          </ac:picMkLst>
        </pc:picChg>
      </pc:sldChg>
      <pc:sldChg chg="addSp modSp new mod">
        <pc:chgData name="Balu Vedam" userId="069c06fbc7fd44c2" providerId="LiveId" clId="{D8CE81FA-5D0B-41A2-B345-55EB53EFC2D3}" dt="2026-04-24T09:30:20.393" v="1200" actId="1076"/>
        <pc:sldMkLst>
          <pc:docMk/>
          <pc:sldMk cId="3129371193" sldId="275"/>
        </pc:sldMkLst>
        <pc:spChg chg="add mod">
          <ac:chgData name="Balu Vedam" userId="069c06fbc7fd44c2" providerId="LiveId" clId="{D8CE81FA-5D0B-41A2-B345-55EB53EFC2D3}" dt="2026-04-24T09:24:37.607" v="1156" actId="14100"/>
          <ac:spMkLst>
            <pc:docMk/>
            <pc:sldMk cId="3129371193" sldId="275"/>
            <ac:spMk id="3" creationId="{612ED06C-C945-A4B4-6CA7-13A83BE7C83B}"/>
          </ac:spMkLst>
        </pc:spChg>
        <pc:spChg chg="add mod">
          <ac:chgData name="Balu Vedam" userId="069c06fbc7fd44c2" providerId="LiveId" clId="{D8CE81FA-5D0B-41A2-B345-55EB53EFC2D3}" dt="2026-04-24T09:29:44.607" v="1196" actId="1076"/>
          <ac:spMkLst>
            <pc:docMk/>
            <pc:sldMk cId="3129371193" sldId="275"/>
            <ac:spMk id="5" creationId="{B5DE58EC-626C-313A-D531-18C077AD2205}"/>
          </ac:spMkLst>
        </pc:spChg>
        <pc:picChg chg="add mod">
          <ac:chgData name="Balu Vedam" userId="069c06fbc7fd44c2" providerId="LiveId" clId="{D8CE81FA-5D0B-41A2-B345-55EB53EFC2D3}" dt="2026-04-24T09:30:20.393" v="1200" actId="1076"/>
          <ac:picMkLst>
            <pc:docMk/>
            <pc:sldMk cId="3129371193" sldId="275"/>
            <ac:picMk id="7" creationId="{2C260637-DB45-DEB2-F155-6081F76513C6}"/>
          </ac:picMkLst>
        </pc:picChg>
      </pc:sldChg>
      <pc:sldChg chg="addSp modSp new mod">
        <pc:chgData name="Balu Vedam" userId="069c06fbc7fd44c2" providerId="LiveId" clId="{D8CE81FA-5D0B-41A2-B345-55EB53EFC2D3}" dt="2026-04-24T09:42:34.437" v="1870" actId="1076"/>
        <pc:sldMkLst>
          <pc:docMk/>
          <pc:sldMk cId="2435871503" sldId="276"/>
        </pc:sldMkLst>
        <pc:spChg chg="add mod">
          <ac:chgData name="Balu Vedam" userId="069c06fbc7fd44c2" providerId="LiveId" clId="{D8CE81FA-5D0B-41A2-B345-55EB53EFC2D3}" dt="2026-04-24T09:32:10.082" v="1213" actId="1076"/>
          <ac:spMkLst>
            <pc:docMk/>
            <pc:sldMk cId="2435871503" sldId="276"/>
            <ac:spMk id="3" creationId="{9A919FBB-9950-C852-096A-DDC3D753129D}"/>
          </ac:spMkLst>
        </pc:spChg>
        <pc:spChg chg="add mod">
          <ac:chgData name="Balu Vedam" userId="069c06fbc7fd44c2" providerId="LiveId" clId="{D8CE81FA-5D0B-41A2-B345-55EB53EFC2D3}" dt="2026-04-24T09:41:48.001" v="1867" actId="1076"/>
          <ac:spMkLst>
            <pc:docMk/>
            <pc:sldMk cId="2435871503" sldId="276"/>
            <ac:spMk id="5" creationId="{EE0F0A1C-0948-9508-2B33-6463D0E00161}"/>
          </ac:spMkLst>
        </pc:spChg>
        <pc:picChg chg="add mod">
          <ac:chgData name="Balu Vedam" userId="069c06fbc7fd44c2" providerId="LiveId" clId="{D8CE81FA-5D0B-41A2-B345-55EB53EFC2D3}" dt="2026-04-24T09:42:34.437" v="1870" actId="1076"/>
          <ac:picMkLst>
            <pc:docMk/>
            <pc:sldMk cId="2435871503" sldId="276"/>
            <ac:picMk id="7" creationId="{71F646C6-4E60-AB63-F3E2-679A44ED5DF8}"/>
          </ac:picMkLst>
        </pc:picChg>
      </pc:sldChg>
      <pc:sldChg chg="addSp modSp new mod modNotesTx">
        <pc:chgData name="Balu Vedam" userId="069c06fbc7fd44c2" providerId="LiveId" clId="{D8CE81FA-5D0B-41A2-B345-55EB53EFC2D3}" dt="2026-04-24T10:03:29.624" v="2036" actId="1076"/>
        <pc:sldMkLst>
          <pc:docMk/>
          <pc:sldMk cId="4173311721" sldId="277"/>
        </pc:sldMkLst>
        <pc:spChg chg="add mod">
          <ac:chgData name="Balu Vedam" userId="069c06fbc7fd44c2" providerId="LiveId" clId="{D8CE81FA-5D0B-41A2-B345-55EB53EFC2D3}" dt="2026-04-24T10:03:29.624" v="2036" actId="1076"/>
          <ac:spMkLst>
            <pc:docMk/>
            <pc:sldMk cId="4173311721" sldId="277"/>
            <ac:spMk id="3" creationId="{1B5D639F-5A36-FD00-88A7-2FED29251EC1}"/>
          </ac:spMkLst>
        </pc:spChg>
        <pc:spChg chg="add mod">
          <ac:chgData name="Balu Vedam" userId="069c06fbc7fd44c2" providerId="LiveId" clId="{D8CE81FA-5D0B-41A2-B345-55EB53EFC2D3}" dt="2026-04-24T10:01:30.341" v="2031" actId="1076"/>
          <ac:spMkLst>
            <pc:docMk/>
            <pc:sldMk cId="4173311721" sldId="277"/>
            <ac:spMk id="5" creationId="{377E4B0B-1208-A289-5818-B426AE4023C4}"/>
          </ac:spMkLst>
        </pc:spChg>
        <pc:picChg chg="add mod">
          <ac:chgData name="Balu Vedam" userId="069c06fbc7fd44c2" providerId="LiveId" clId="{D8CE81FA-5D0B-41A2-B345-55EB53EFC2D3}" dt="2026-04-24T10:02:16.877" v="2034" actId="1076"/>
          <ac:picMkLst>
            <pc:docMk/>
            <pc:sldMk cId="4173311721" sldId="277"/>
            <ac:picMk id="7" creationId="{34ECF64D-FD67-2B78-C57C-7864C0AFB45A}"/>
          </ac:picMkLst>
        </pc:picChg>
      </pc:sldChg>
      <pc:sldChg chg="addSp modSp new mod">
        <pc:chgData name="Balu Vedam" userId="069c06fbc7fd44c2" providerId="LiveId" clId="{D8CE81FA-5D0B-41A2-B345-55EB53EFC2D3}" dt="2026-04-24T10:10:29.097" v="2105" actId="1076"/>
        <pc:sldMkLst>
          <pc:docMk/>
          <pc:sldMk cId="751275708" sldId="278"/>
        </pc:sldMkLst>
        <pc:spChg chg="add mod">
          <ac:chgData name="Balu Vedam" userId="069c06fbc7fd44c2" providerId="LiveId" clId="{D8CE81FA-5D0B-41A2-B345-55EB53EFC2D3}" dt="2026-04-24T10:10:29.097" v="2105" actId="1076"/>
          <ac:spMkLst>
            <pc:docMk/>
            <pc:sldMk cId="751275708" sldId="278"/>
            <ac:spMk id="3" creationId="{51876557-6C6A-4C80-0E5C-7FDD6BF16C6B}"/>
          </ac:spMkLst>
        </pc:spChg>
        <pc:spChg chg="add mod">
          <ac:chgData name="Balu Vedam" userId="069c06fbc7fd44c2" providerId="LiveId" clId="{D8CE81FA-5D0B-41A2-B345-55EB53EFC2D3}" dt="2026-04-24T10:09:01.856" v="2100" actId="1076"/>
          <ac:spMkLst>
            <pc:docMk/>
            <pc:sldMk cId="751275708" sldId="278"/>
            <ac:spMk id="5" creationId="{9C46AF1E-57EB-E334-8867-9CC10BE8F900}"/>
          </ac:spMkLst>
        </pc:spChg>
        <pc:picChg chg="add mod">
          <ac:chgData name="Balu Vedam" userId="069c06fbc7fd44c2" providerId="LiveId" clId="{D8CE81FA-5D0B-41A2-B345-55EB53EFC2D3}" dt="2026-04-24T10:09:30.966" v="2103" actId="1076"/>
          <ac:picMkLst>
            <pc:docMk/>
            <pc:sldMk cId="751275708" sldId="278"/>
            <ac:picMk id="7" creationId="{E2250ABA-7314-7DD3-49C1-CDDD2D57DE09}"/>
          </ac:picMkLst>
        </pc:picChg>
      </pc:sldChg>
      <pc:sldChg chg="addSp modSp new mod">
        <pc:chgData name="Balu Vedam" userId="069c06fbc7fd44c2" providerId="LiveId" clId="{D8CE81FA-5D0B-41A2-B345-55EB53EFC2D3}" dt="2026-04-24T10:16:08.294" v="2197" actId="1076"/>
        <pc:sldMkLst>
          <pc:docMk/>
          <pc:sldMk cId="4127682494" sldId="279"/>
        </pc:sldMkLst>
        <pc:spChg chg="add mod">
          <ac:chgData name="Balu Vedam" userId="069c06fbc7fd44c2" providerId="LiveId" clId="{D8CE81FA-5D0B-41A2-B345-55EB53EFC2D3}" dt="2026-04-24T10:14:10.726" v="2189" actId="14100"/>
          <ac:spMkLst>
            <pc:docMk/>
            <pc:sldMk cId="4127682494" sldId="279"/>
            <ac:spMk id="3" creationId="{A4FCE3BA-BFE0-AE4F-5E18-2BC1A9BE7C01}"/>
          </ac:spMkLst>
        </pc:spChg>
        <pc:spChg chg="add mod">
          <ac:chgData name="Balu Vedam" userId="069c06fbc7fd44c2" providerId="LiveId" clId="{D8CE81FA-5D0B-41A2-B345-55EB53EFC2D3}" dt="2026-04-24T10:15:42.574" v="2193" actId="1076"/>
          <ac:spMkLst>
            <pc:docMk/>
            <pc:sldMk cId="4127682494" sldId="279"/>
            <ac:spMk id="5" creationId="{F8043A2C-209D-13A4-CD07-FB58DEB7A001}"/>
          </ac:spMkLst>
        </pc:spChg>
        <pc:picChg chg="add mod">
          <ac:chgData name="Balu Vedam" userId="069c06fbc7fd44c2" providerId="LiveId" clId="{D8CE81FA-5D0B-41A2-B345-55EB53EFC2D3}" dt="2026-04-24T10:16:08.294" v="2197" actId="1076"/>
          <ac:picMkLst>
            <pc:docMk/>
            <pc:sldMk cId="4127682494" sldId="279"/>
            <ac:picMk id="7" creationId="{7AC5248A-C8AA-833B-1949-7F6AA9436365}"/>
          </ac:picMkLst>
        </pc:picChg>
      </pc:sldChg>
      <pc:sldChg chg="addSp modSp new mod">
        <pc:chgData name="Balu Vedam" userId="069c06fbc7fd44c2" providerId="LiveId" clId="{D8CE81FA-5D0B-41A2-B345-55EB53EFC2D3}" dt="2026-04-24T10:24:02.699" v="2224" actId="14100"/>
        <pc:sldMkLst>
          <pc:docMk/>
          <pc:sldMk cId="2631409637" sldId="280"/>
        </pc:sldMkLst>
        <pc:spChg chg="add mod">
          <ac:chgData name="Balu Vedam" userId="069c06fbc7fd44c2" providerId="LiveId" clId="{D8CE81FA-5D0B-41A2-B345-55EB53EFC2D3}" dt="2026-04-24T10:23:28.083" v="2220" actId="1076"/>
          <ac:spMkLst>
            <pc:docMk/>
            <pc:sldMk cId="2631409637" sldId="280"/>
            <ac:spMk id="3" creationId="{A0B19FBA-7D64-E287-F44C-F86D4EC0EE1E}"/>
          </ac:spMkLst>
        </pc:spChg>
        <pc:spChg chg="add mod">
          <ac:chgData name="Balu Vedam" userId="069c06fbc7fd44c2" providerId="LiveId" clId="{D8CE81FA-5D0B-41A2-B345-55EB53EFC2D3}" dt="2026-04-24T10:23:22.051" v="2219" actId="1076"/>
          <ac:spMkLst>
            <pc:docMk/>
            <pc:sldMk cId="2631409637" sldId="280"/>
            <ac:spMk id="5" creationId="{4EC0200F-020E-A932-617A-3ABD6C99A285}"/>
          </ac:spMkLst>
        </pc:spChg>
        <pc:picChg chg="add mod">
          <ac:chgData name="Balu Vedam" userId="069c06fbc7fd44c2" providerId="LiveId" clId="{D8CE81FA-5D0B-41A2-B345-55EB53EFC2D3}" dt="2026-04-24T10:24:02.699" v="2224" actId="14100"/>
          <ac:picMkLst>
            <pc:docMk/>
            <pc:sldMk cId="2631409637" sldId="280"/>
            <ac:picMk id="7" creationId="{6219CF7C-88BF-1D1B-7CAC-BA1FD7D07D15}"/>
          </ac:picMkLst>
        </pc:picChg>
      </pc:sldChg>
      <pc:sldChg chg="addSp delSp modSp add mod">
        <pc:chgData name="Balu Vedam" userId="069c06fbc7fd44c2" providerId="LiveId" clId="{D8CE81FA-5D0B-41A2-B345-55EB53EFC2D3}" dt="2026-04-24T10:31:33.715" v="2247" actId="1076"/>
        <pc:sldMkLst>
          <pc:docMk/>
          <pc:sldMk cId="3282552972" sldId="281"/>
        </pc:sldMkLst>
        <pc:spChg chg="add mod">
          <ac:chgData name="Balu Vedam" userId="069c06fbc7fd44c2" providerId="LiveId" clId="{D8CE81FA-5D0B-41A2-B345-55EB53EFC2D3}" dt="2026-04-24T10:26:29.105" v="2234" actId="14100"/>
          <ac:spMkLst>
            <pc:docMk/>
            <pc:sldMk cId="3282552972" sldId="281"/>
            <ac:spMk id="3" creationId="{F36E03FD-D304-FD32-13B6-F0DE6C3766EC}"/>
          </ac:spMkLst>
        </pc:spChg>
        <pc:spChg chg="add del mod">
          <ac:chgData name="Balu Vedam" userId="069c06fbc7fd44c2" providerId="LiveId" clId="{D8CE81FA-5D0B-41A2-B345-55EB53EFC2D3}" dt="2026-04-24T10:30:26.482" v="2239" actId="478"/>
          <ac:spMkLst>
            <pc:docMk/>
            <pc:sldMk cId="3282552972" sldId="281"/>
            <ac:spMk id="5" creationId="{9BF5FA90-1DF2-9774-DE64-8F8A6300DF3C}"/>
          </ac:spMkLst>
        </pc:spChg>
        <pc:spChg chg="add mod">
          <ac:chgData name="Balu Vedam" userId="069c06fbc7fd44c2" providerId="LiveId" clId="{D8CE81FA-5D0B-41A2-B345-55EB53EFC2D3}" dt="2026-04-24T10:30:59.840" v="2244" actId="1076"/>
          <ac:spMkLst>
            <pc:docMk/>
            <pc:sldMk cId="3282552972" sldId="281"/>
            <ac:spMk id="7" creationId="{F0A37EC4-9130-A2B6-FCA3-AC1AF6F1819D}"/>
          </ac:spMkLst>
        </pc:spChg>
        <pc:picChg chg="add mod">
          <ac:chgData name="Balu Vedam" userId="069c06fbc7fd44c2" providerId="LiveId" clId="{D8CE81FA-5D0B-41A2-B345-55EB53EFC2D3}" dt="2026-04-24T10:31:33.715" v="2247" actId="1076"/>
          <ac:picMkLst>
            <pc:docMk/>
            <pc:sldMk cId="3282552972" sldId="281"/>
            <ac:picMk id="9" creationId="{1750A6E5-C4C3-29D2-B6FE-F91006F7C960}"/>
          </ac:picMkLst>
        </pc:picChg>
      </pc:sldChg>
      <pc:sldChg chg="addSp modSp add mod">
        <pc:chgData name="Balu Vedam" userId="069c06fbc7fd44c2" providerId="LiveId" clId="{D8CE81FA-5D0B-41A2-B345-55EB53EFC2D3}" dt="2026-04-24T10:37:03.549" v="2265" actId="1076"/>
        <pc:sldMkLst>
          <pc:docMk/>
          <pc:sldMk cId="2043860615" sldId="282"/>
        </pc:sldMkLst>
        <pc:spChg chg="add mod">
          <ac:chgData name="Balu Vedam" userId="069c06fbc7fd44c2" providerId="LiveId" clId="{D8CE81FA-5D0B-41A2-B345-55EB53EFC2D3}" dt="2026-04-24T10:33:41.071" v="2259" actId="14100"/>
          <ac:spMkLst>
            <pc:docMk/>
            <pc:sldMk cId="2043860615" sldId="282"/>
            <ac:spMk id="3" creationId="{52F10D38-9619-F946-65C2-C32FA04271C5}"/>
          </ac:spMkLst>
        </pc:spChg>
        <pc:spChg chg="add mod">
          <ac:chgData name="Balu Vedam" userId="069c06fbc7fd44c2" providerId="LiveId" clId="{D8CE81FA-5D0B-41A2-B345-55EB53EFC2D3}" dt="2026-04-24T10:36:37.245" v="2263" actId="1076"/>
          <ac:spMkLst>
            <pc:docMk/>
            <pc:sldMk cId="2043860615" sldId="282"/>
            <ac:spMk id="5" creationId="{FBD97E66-448C-1000-AD30-A5B89476E0F1}"/>
          </ac:spMkLst>
        </pc:spChg>
        <pc:picChg chg="add mod">
          <ac:chgData name="Balu Vedam" userId="069c06fbc7fd44c2" providerId="LiveId" clId="{D8CE81FA-5D0B-41A2-B345-55EB53EFC2D3}" dt="2026-04-24T10:37:03.549" v="2265" actId="1076"/>
          <ac:picMkLst>
            <pc:docMk/>
            <pc:sldMk cId="2043860615" sldId="282"/>
            <ac:picMk id="7" creationId="{D6EF66F1-285C-195F-BEBD-6F9E3C3307C5}"/>
          </ac:picMkLst>
        </pc:picChg>
      </pc:sldChg>
      <pc:sldChg chg="addSp modSp add mod">
        <pc:chgData name="Balu Vedam" userId="069c06fbc7fd44c2" providerId="LiveId" clId="{D8CE81FA-5D0B-41A2-B345-55EB53EFC2D3}" dt="2026-04-24T10:44:13.698" v="2286" actId="1076"/>
        <pc:sldMkLst>
          <pc:docMk/>
          <pc:sldMk cId="3150445418" sldId="283"/>
        </pc:sldMkLst>
        <pc:spChg chg="add mod">
          <ac:chgData name="Balu Vedam" userId="069c06fbc7fd44c2" providerId="LiveId" clId="{D8CE81FA-5D0B-41A2-B345-55EB53EFC2D3}" dt="2026-04-24T10:44:13.698" v="2286" actId="1076"/>
          <ac:spMkLst>
            <pc:docMk/>
            <pc:sldMk cId="3150445418" sldId="283"/>
            <ac:spMk id="3" creationId="{E84E74D2-4AB6-B7FE-39A8-5E0F4173C649}"/>
          </ac:spMkLst>
        </pc:spChg>
        <pc:spChg chg="add mod">
          <ac:chgData name="Balu Vedam" userId="069c06fbc7fd44c2" providerId="LiveId" clId="{D8CE81FA-5D0B-41A2-B345-55EB53EFC2D3}" dt="2026-04-24T10:42:14.478" v="2282" actId="1076"/>
          <ac:spMkLst>
            <pc:docMk/>
            <pc:sldMk cId="3150445418" sldId="283"/>
            <ac:spMk id="5" creationId="{B73F0B26-6EB9-B8B2-A7C6-66EB70AA9BAC}"/>
          </ac:spMkLst>
        </pc:spChg>
        <pc:picChg chg="add mod">
          <ac:chgData name="Balu Vedam" userId="069c06fbc7fd44c2" providerId="LiveId" clId="{D8CE81FA-5D0B-41A2-B345-55EB53EFC2D3}" dt="2026-04-24T10:42:45.765" v="2285" actId="1076"/>
          <ac:picMkLst>
            <pc:docMk/>
            <pc:sldMk cId="3150445418" sldId="283"/>
            <ac:picMk id="7" creationId="{0378E745-1325-EF8D-20C3-4F63E399D65B}"/>
          </ac:picMkLst>
        </pc:picChg>
      </pc:sldChg>
      <pc:sldChg chg="addSp modSp add mod">
        <pc:chgData name="Balu Vedam" userId="069c06fbc7fd44c2" providerId="LiveId" clId="{D8CE81FA-5D0B-41A2-B345-55EB53EFC2D3}" dt="2026-04-24T10:52:52.639" v="2435" actId="1076"/>
        <pc:sldMkLst>
          <pc:docMk/>
          <pc:sldMk cId="2325899743" sldId="284"/>
        </pc:sldMkLst>
        <pc:spChg chg="add mod">
          <ac:chgData name="Balu Vedam" userId="069c06fbc7fd44c2" providerId="LiveId" clId="{D8CE81FA-5D0B-41A2-B345-55EB53EFC2D3}" dt="2026-04-24T10:52:21.014" v="2432" actId="207"/>
          <ac:spMkLst>
            <pc:docMk/>
            <pc:sldMk cId="2325899743" sldId="284"/>
            <ac:spMk id="3" creationId="{33EA19C7-F88D-1D94-92ED-54CAE3B4060C}"/>
          </ac:spMkLst>
        </pc:spChg>
        <pc:spChg chg="add mod">
          <ac:chgData name="Balu Vedam" userId="069c06fbc7fd44c2" providerId="LiveId" clId="{D8CE81FA-5D0B-41A2-B345-55EB53EFC2D3}" dt="2026-04-24T10:52:11.225" v="2430" actId="1076"/>
          <ac:spMkLst>
            <pc:docMk/>
            <pc:sldMk cId="2325899743" sldId="284"/>
            <ac:spMk id="5" creationId="{C9D40DF7-C2D8-F5D0-663F-24030AB5E889}"/>
          </ac:spMkLst>
        </pc:spChg>
        <pc:picChg chg="add mod">
          <ac:chgData name="Balu Vedam" userId="069c06fbc7fd44c2" providerId="LiveId" clId="{D8CE81FA-5D0B-41A2-B345-55EB53EFC2D3}" dt="2026-04-24T10:52:52.639" v="2435" actId="1076"/>
          <ac:picMkLst>
            <pc:docMk/>
            <pc:sldMk cId="2325899743" sldId="284"/>
            <ac:picMk id="7" creationId="{AFFCEE5F-54B0-5AD4-271E-17BD5631F1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0FFD2-0852-4289-81C9-E0FD8BC99589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877A9-190B-4646-A4BA-A62B5DF88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18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70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82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36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907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855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877A9-190B-4646-A4BA-A62B5DF882F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93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5" y="391256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Superstore Sales And Performance Analysis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1937577"/>
            <a:ext cx="12192000" cy="492042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Name : v </a:t>
            </a:r>
            <a:r>
              <a:rPr lang="en-US" sz="2000" dirty="0" err="1">
                <a:solidFill>
                  <a:schemeClr val="accent2"/>
                </a:solidFill>
              </a:rPr>
              <a:t>balu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IN" sz="2000" dirty="0">
                <a:solidFill>
                  <a:schemeClr val="accent2"/>
                </a:solidFill>
              </a:rPr>
              <a:t>Institute : Besant Technologies</a:t>
            </a:r>
          </a:p>
          <a:p>
            <a:r>
              <a:rPr lang="en-IN" sz="2000" dirty="0">
                <a:solidFill>
                  <a:schemeClr val="accent2"/>
                </a:solidFill>
              </a:rPr>
              <a:t>Guide : Mr. </a:t>
            </a:r>
            <a:r>
              <a:rPr lang="en-IN" sz="2000">
                <a:solidFill>
                  <a:schemeClr val="accent2"/>
                </a:solidFill>
              </a:rPr>
              <a:t>Kavi bharathi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9136C-489A-AD74-72CC-27F805CBCA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3" t="15639" r="15837" b="12920"/>
          <a:stretch>
            <a:fillRect/>
          </a:stretch>
        </p:blipFill>
        <p:spPr>
          <a:xfrm>
            <a:off x="4907560" y="1866269"/>
            <a:ext cx="5947794" cy="407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CDB99-CA27-3E89-F2EE-C468AD9F8DB8}"/>
              </a:ext>
            </a:extLst>
          </p:cNvPr>
          <p:cNvSpPr txBox="1"/>
          <p:nvPr/>
        </p:nvSpPr>
        <p:spPr>
          <a:xfrm>
            <a:off x="371214" y="637279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Project Overview: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1392F-3F7A-99C0-0E18-28DA7F9BAE2B}"/>
              </a:ext>
            </a:extLst>
          </p:cNvPr>
          <p:cNvSpPr txBox="1"/>
          <p:nvPr/>
        </p:nvSpPr>
        <p:spPr>
          <a:xfrm>
            <a:off x="2088352" y="1048732"/>
            <a:ext cx="9896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project analyzes supermarket sales data using SQL to uncover insights on sales performance, profit trends, customer segments and product categories . 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F32A3-784C-AB14-6867-79088BB3D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84" y="1949567"/>
            <a:ext cx="9451631" cy="36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8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D4D57B-EFAF-E1CD-2306-80DE7333BB5A}"/>
              </a:ext>
            </a:extLst>
          </p:cNvPr>
          <p:cNvSpPr txBox="1"/>
          <p:nvPr/>
        </p:nvSpPr>
        <p:spPr>
          <a:xfrm>
            <a:off x="2007415" y="754900"/>
            <a:ext cx="8177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Dataset Columns Overview – Superstore Sales 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70C18-89DD-59F6-AC2A-391FFEBBD28D}"/>
              </a:ext>
            </a:extLst>
          </p:cNvPr>
          <p:cNvSpPr txBox="1"/>
          <p:nvPr/>
        </p:nvSpPr>
        <p:spPr>
          <a:xfrm>
            <a:off x="9079335" y="754900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8A61E-B551-F8CE-83B7-A26E52044B99}"/>
              </a:ext>
            </a:extLst>
          </p:cNvPr>
          <p:cNvSpPr txBox="1"/>
          <p:nvPr/>
        </p:nvSpPr>
        <p:spPr>
          <a:xfrm>
            <a:off x="640080" y="1317954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Ship-Mode– Method used to ship the order (e.g., Standard, First Class).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3D4FA-17FA-2ECF-EB9F-D82C1FE82B60}"/>
              </a:ext>
            </a:extLst>
          </p:cNvPr>
          <p:cNvSpPr txBox="1"/>
          <p:nvPr/>
        </p:nvSpPr>
        <p:spPr>
          <a:xfrm>
            <a:off x="640080" y="1727120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segment–Type of customer (Consumer, Corporate, or Home Office).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04999-F3AB-6A1A-766C-D17F6CF1E731}"/>
              </a:ext>
            </a:extLst>
          </p:cNvPr>
          <p:cNvSpPr txBox="1"/>
          <p:nvPr/>
        </p:nvSpPr>
        <p:spPr>
          <a:xfrm>
            <a:off x="640080" y="2095364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country– Country where the sale occurred.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054E3-800D-74B6-85D5-7A74C031F693}"/>
              </a:ext>
            </a:extLst>
          </p:cNvPr>
          <p:cNvSpPr txBox="1"/>
          <p:nvPr/>
        </p:nvSpPr>
        <p:spPr>
          <a:xfrm>
            <a:off x="640080" y="2504530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city– City where the order was placed.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4B20A-4C73-25F8-D45D-21DC82865781}"/>
              </a:ext>
            </a:extLst>
          </p:cNvPr>
          <p:cNvSpPr txBox="1"/>
          <p:nvPr/>
        </p:nvSpPr>
        <p:spPr>
          <a:xfrm>
            <a:off x="640080" y="2904342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state– State or province of the customer.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6D93CB-0394-CA9E-382C-287F8CC87C31}"/>
              </a:ext>
            </a:extLst>
          </p:cNvPr>
          <p:cNvSpPr txBox="1"/>
          <p:nvPr/>
        </p:nvSpPr>
        <p:spPr>
          <a:xfrm>
            <a:off x="640080" y="3332426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Postal-Code– Postal or ZIP code of the shipping address.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73291F-E1E1-AC7B-7860-796F2A1CCF18}"/>
              </a:ext>
            </a:extLst>
          </p:cNvPr>
          <p:cNvSpPr txBox="1"/>
          <p:nvPr/>
        </p:nvSpPr>
        <p:spPr>
          <a:xfrm>
            <a:off x="640080" y="3777524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region– Geographical region (East, West, Central, South, etc.).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1BEA47-0D7C-8AE3-84FD-69EBD7A7EB0A}"/>
              </a:ext>
            </a:extLst>
          </p:cNvPr>
          <p:cNvSpPr txBox="1"/>
          <p:nvPr/>
        </p:nvSpPr>
        <p:spPr>
          <a:xfrm>
            <a:off x="640080" y="4230025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category– Main product category (Furniture, Office Supplies, Technology).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A1D464-4C5F-4FC4-4895-F9096B509278}"/>
              </a:ext>
            </a:extLst>
          </p:cNvPr>
          <p:cNvSpPr txBox="1"/>
          <p:nvPr/>
        </p:nvSpPr>
        <p:spPr>
          <a:xfrm>
            <a:off x="640080" y="4597181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Subcategory– More specific product type (e.g., Chairs, Phones, Binders).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AC5B15-4E72-D24A-BF7D-5662385C6242}"/>
              </a:ext>
            </a:extLst>
          </p:cNvPr>
          <p:cNvSpPr txBox="1"/>
          <p:nvPr/>
        </p:nvSpPr>
        <p:spPr>
          <a:xfrm>
            <a:off x="640080" y="4895496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sales– Total revenue from the sale.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BA77C7-F0AD-8A2C-77B6-705F4F36DF21}"/>
              </a:ext>
            </a:extLst>
          </p:cNvPr>
          <p:cNvSpPr txBox="1"/>
          <p:nvPr/>
        </p:nvSpPr>
        <p:spPr>
          <a:xfrm>
            <a:off x="640080" y="5262652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quantity– Number of units sold.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E205D8-E2B2-4AB5-1631-5E695A2F7818}"/>
              </a:ext>
            </a:extLst>
          </p:cNvPr>
          <p:cNvSpPr txBox="1"/>
          <p:nvPr/>
        </p:nvSpPr>
        <p:spPr>
          <a:xfrm>
            <a:off x="640080" y="5636336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discount– Discount applied to the sale.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C69F6D-53F4-0600-68B3-A39539B756A8}"/>
              </a:ext>
            </a:extLst>
          </p:cNvPr>
          <p:cNvSpPr txBox="1"/>
          <p:nvPr/>
        </p:nvSpPr>
        <p:spPr>
          <a:xfrm>
            <a:off x="640080" y="6005668"/>
            <a:ext cx="7585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profit– Profit earned after subtracting costs and discounts.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50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9B94A2-FE9E-CA46-5D91-3C1A3F25BF23}"/>
              </a:ext>
            </a:extLst>
          </p:cNvPr>
          <p:cNvSpPr txBox="1"/>
          <p:nvPr/>
        </p:nvSpPr>
        <p:spPr>
          <a:xfrm>
            <a:off x="2502018" y="654234"/>
            <a:ext cx="7959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SQLQUERIES FOR SUPERMARKET SALES DATA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F313B-B8F9-8D92-0CD4-9936A570DF96}"/>
              </a:ext>
            </a:extLst>
          </p:cNvPr>
          <p:cNvSpPr txBox="1"/>
          <p:nvPr/>
        </p:nvSpPr>
        <p:spPr>
          <a:xfrm>
            <a:off x="386943" y="1177454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1. </a:t>
            </a:r>
            <a:r>
              <a:rPr lang="en-IN" sz="2400" dirty="0">
                <a:solidFill>
                  <a:srgbClr val="002060"/>
                </a:solidFill>
              </a:rPr>
              <a:t>Display the entire details of the table?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E91AB-DBCA-2187-C47B-77A695110771}"/>
              </a:ext>
            </a:extLst>
          </p:cNvPr>
          <p:cNvSpPr txBox="1"/>
          <p:nvPr/>
        </p:nvSpPr>
        <p:spPr>
          <a:xfrm>
            <a:off x="1268835" y="218102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 FROM SS;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2CB58-BB9D-94E9-D2B0-4CEA0501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062" y="1935566"/>
            <a:ext cx="6744749" cy="408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5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9B7559-56B9-68ED-7340-EBC2222F95E8}"/>
              </a:ext>
            </a:extLst>
          </p:cNvPr>
          <p:cNvSpPr txBox="1"/>
          <p:nvPr/>
        </p:nvSpPr>
        <p:spPr>
          <a:xfrm>
            <a:off x="459996" y="743949"/>
            <a:ext cx="7291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2 . Display ship mood and profits of the super store?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464DF-F1EF-0344-D1DC-E489FEF115A1}"/>
              </a:ext>
            </a:extLst>
          </p:cNvPr>
          <p:cNvSpPr txBox="1"/>
          <p:nvPr/>
        </p:nvSpPr>
        <p:spPr>
          <a:xfrm>
            <a:off x="740329" y="1753191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`SHIP MODE`,PROFIT</a:t>
            </a:r>
          </a:p>
          <a:p>
            <a:r>
              <a:rPr lang="en-US" dirty="0"/>
              <a:t>FROM SS;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7C5F5-C3AC-CCAD-9329-17689E38C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613" y="1753191"/>
            <a:ext cx="2223057" cy="40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0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B713E-367E-3112-DF29-4B2C880289BE}"/>
              </a:ext>
            </a:extLst>
          </p:cNvPr>
          <p:cNvSpPr txBox="1"/>
          <p:nvPr/>
        </p:nvSpPr>
        <p:spPr>
          <a:xfrm>
            <a:off x="438325" y="729734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3 . Display sales greater than 1000?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2E06B-7C7A-A77B-6544-8A0A4D2A580C}"/>
              </a:ext>
            </a:extLst>
          </p:cNvPr>
          <p:cNvSpPr txBox="1"/>
          <p:nvPr/>
        </p:nvSpPr>
        <p:spPr>
          <a:xfrm>
            <a:off x="840996" y="1711247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</a:t>
            </a:r>
          </a:p>
          <a:p>
            <a:r>
              <a:rPr lang="en-US" dirty="0"/>
              <a:t>FROM SS</a:t>
            </a:r>
          </a:p>
          <a:p>
            <a:r>
              <a:rPr lang="en-US" dirty="0"/>
              <a:t>WHERE SALES &gt; 1000;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0E012-9D7B-5D1D-1596-584EA3DD9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626" y="2634577"/>
            <a:ext cx="6870584" cy="322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3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0F399-BBBE-2423-994F-74372ED180B8}"/>
              </a:ext>
            </a:extLst>
          </p:cNvPr>
          <p:cNvSpPr txBox="1"/>
          <p:nvPr/>
        </p:nvSpPr>
        <p:spPr>
          <a:xfrm>
            <a:off x="429935" y="754901"/>
            <a:ext cx="8235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4 . Removing the repeated or duplicated values from the city?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354D-892C-1158-77D3-2E38C33BC230}"/>
              </a:ext>
            </a:extLst>
          </p:cNvPr>
          <p:cNvSpPr txBox="1"/>
          <p:nvPr/>
        </p:nvSpPr>
        <p:spPr>
          <a:xfrm>
            <a:off x="815829" y="180352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DISTINCT CITY</a:t>
            </a:r>
          </a:p>
          <a:p>
            <a:r>
              <a:rPr lang="en-IN" dirty="0"/>
              <a:t>FROM SS;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9CE4A0-1761-9B08-FF71-D543234AA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616" y="2252226"/>
            <a:ext cx="1307971" cy="337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50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538AA0-5A6F-FA3E-16AB-2873F7B4ED08}"/>
              </a:ext>
            </a:extLst>
          </p:cNvPr>
          <p:cNvSpPr txBox="1"/>
          <p:nvPr/>
        </p:nvSpPr>
        <p:spPr>
          <a:xfrm>
            <a:off x="387990" y="754902"/>
            <a:ext cx="8504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5 . Display name of profit change the name of </a:t>
            </a:r>
            <a:r>
              <a:rPr lang="en-US" sz="2400" dirty="0" err="1">
                <a:solidFill>
                  <a:srgbClr val="002060"/>
                </a:solidFill>
              </a:rPr>
              <a:t>total_profit</a:t>
            </a:r>
            <a:r>
              <a:rPr lang="en-US" sz="2400" dirty="0">
                <a:solidFill>
                  <a:srgbClr val="002060"/>
                </a:solidFill>
              </a:rPr>
              <a:t>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0A3BE-E782-B4C0-8411-3241CB4B7243}"/>
              </a:ext>
            </a:extLst>
          </p:cNvPr>
          <p:cNvSpPr txBox="1"/>
          <p:nvPr/>
        </p:nvSpPr>
        <p:spPr>
          <a:xfrm>
            <a:off x="866163" y="163574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PROFIT AS 'TOTAL_PROFIT’</a:t>
            </a:r>
          </a:p>
          <a:p>
            <a:r>
              <a:rPr lang="en-US" dirty="0"/>
              <a:t>FROM SS;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3DACD-EEE1-4BB1-6620-C023B199C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610" y="2221256"/>
            <a:ext cx="1223857" cy="33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276534-8B0D-8CC1-3D8B-2B750F3E55C9}"/>
              </a:ext>
            </a:extLst>
          </p:cNvPr>
          <p:cNvSpPr txBox="1"/>
          <p:nvPr/>
        </p:nvSpPr>
        <p:spPr>
          <a:xfrm>
            <a:off x="778430" y="834518"/>
            <a:ext cx="9707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6 . write query to display details of the store and  along with annual profit   of the store?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AA239-B411-8550-3BC5-13D4F9A3B47A}"/>
              </a:ext>
            </a:extLst>
          </p:cNvPr>
          <p:cNvSpPr txBox="1"/>
          <p:nvPr/>
        </p:nvSpPr>
        <p:spPr>
          <a:xfrm>
            <a:off x="1126222" y="2071972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*,PROFIT*12</a:t>
            </a:r>
          </a:p>
          <a:p>
            <a:r>
              <a:rPr lang="en-IN" dirty="0"/>
              <a:t>FROM SS;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6E45F-1C44-4752-DE3E-5A250CFBF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98" y="3089900"/>
            <a:ext cx="6102092" cy="20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9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B252CC-0853-E568-266A-2916CAF596CB}"/>
              </a:ext>
            </a:extLst>
          </p:cNvPr>
          <p:cNvSpPr txBox="1"/>
          <p:nvPr/>
        </p:nvSpPr>
        <p:spPr>
          <a:xfrm>
            <a:off x="572548" y="859684"/>
            <a:ext cx="11037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7.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write a query to display city and profit which store contains s character in the city list?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7965C-42AB-18EB-49EE-3560C1AB25F7}"/>
              </a:ext>
            </a:extLst>
          </p:cNvPr>
          <p:cNvSpPr txBox="1"/>
          <p:nvPr/>
        </p:nvSpPr>
        <p:spPr>
          <a:xfrm>
            <a:off x="1101055" y="2248141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CITY,PROFIT</a:t>
            </a:r>
          </a:p>
          <a:p>
            <a:r>
              <a:rPr lang="en-US" dirty="0"/>
              <a:t>FROM SS</a:t>
            </a:r>
          </a:p>
          <a:p>
            <a:r>
              <a:rPr lang="en-US" dirty="0"/>
              <a:t>WHERE CITY LIKE '%S%';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CDDD4-2E1C-EB6D-1186-7185364F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788" y="2162965"/>
            <a:ext cx="1515908" cy="304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3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78405-C7E2-B77B-820B-63A6D3B59A5D}"/>
              </a:ext>
            </a:extLst>
          </p:cNvPr>
          <p:cNvSpPr txBox="1"/>
          <p:nvPr/>
        </p:nvSpPr>
        <p:spPr>
          <a:xfrm>
            <a:off x="488658" y="788294"/>
            <a:ext cx="10962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8.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write a query to display postal code and region of store data who's region  has west region in their list  and sales under the 48.86?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8A56B-1963-02F9-E52C-6E6723EA0970}"/>
              </a:ext>
            </a:extLst>
          </p:cNvPr>
          <p:cNvSpPr txBox="1"/>
          <p:nvPr/>
        </p:nvSpPr>
        <p:spPr>
          <a:xfrm>
            <a:off x="564159" y="2034141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SELECT`POSTAL CODE`,REGION</a:t>
            </a:r>
          </a:p>
          <a:p>
            <a:r>
              <a:rPr lang="en-US" dirty="0"/>
              <a:t>FROM SS</a:t>
            </a:r>
          </a:p>
          <a:p>
            <a:r>
              <a:rPr lang="en-US" dirty="0"/>
              <a:t>WHERE REGION ='WEST' AND SALES&lt;48.86;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D79F90-B6DE-19A4-69A5-B31386CE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968" y="2495806"/>
            <a:ext cx="1645586" cy="324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8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45D913-7B9D-0EAE-E3E1-B9FDED0A1AD3}"/>
              </a:ext>
            </a:extLst>
          </p:cNvPr>
          <p:cNvSpPr txBox="1"/>
          <p:nvPr/>
        </p:nvSpPr>
        <p:spPr>
          <a:xfrm>
            <a:off x="681605" y="767405"/>
            <a:ext cx="10198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9.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write query to display sales of the orders where sales greater than average sales?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06483-B3E5-65A1-1CCF-097AFD8F0F72}"/>
              </a:ext>
            </a:extLst>
          </p:cNvPr>
          <p:cNvSpPr txBox="1"/>
          <p:nvPr/>
        </p:nvSpPr>
        <p:spPr>
          <a:xfrm>
            <a:off x="824218" y="2059309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SALES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SALES &gt; (SELECT AVG(SALES)              </a:t>
            </a:r>
          </a:p>
          <a:p>
            <a:r>
              <a:rPr lang="en-IN" dirty="0"/>
              <a:t>                               FROM SS);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EB9A69-675A-B83D-FD11-D0D74838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98" y="2325238"/>
            <a:ext cx="1010322" cy="32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13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A97917-9E76-07BD-7DC3-54B4A05573F2}"/>
              </a:ext>
            </a:extLst>
          </p:cNvPr>
          <p:cNvSpPr txBox="1"/>
          <p:nvPr/>
        </p:nvSpPr>
        <p:spPr>
          <a:xfrm>
            <a:off x="488659" y="842905"/>
            <a:ext cx="9225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10.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write a query to display the store who's city is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seattle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or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austin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?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A4243-0D58-F056-59E1-7D300529B7AC}"/>
              </a:ext>
            </a:extLst>
          </p:cNvPr>
          <p:cNvSpPr txBox="1"/>
          <p:nvPr/>
        </p:nvSpPr>
        <p:spPr>
          <a:xfrm>
            <a:off x="1168167" y="1887414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CITY IN ('SEATTLE','AUSTIN');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2F006-9369-D2F7-0FD9-B78E2B648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07" y="3516689"/>
            <a:ext cx="6805462" cy="23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02F02-150E-14DD-C32D-B4866A023273}"/>
              </a:ext>
            </a:extLst>
          </p:cNvPr>
          <p:cNvSpPr txBox="1"/>
          <p:nvPr/>
        </p:nvSpPr>
        <p:spPr>
          <a:xfrm rot="10800000" flipV="1">
            <a:off x="572548" y="779756"/>
            <a:ext cx="106519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11.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write a query to display the total sales in each state and where total sales in  between 2000 to 5000?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89933-0F03-A101-3CBF-AD5A639EEA11}"/>
              </a:ext>
            </a:extLst>
          </p:cNvPr>
          <p:cNvSpPr txBox="1"/>
          <p:nvPr/>
        </p:nvSpPr>
        <p:spPr>
          <a:xfrm>
            <a:off x="706773" y="2084475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STATE,SUM(SALES)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SALES BETWEEN 2000 AND 5000</a:t>
            </a:r>
          </a:p>
          <a:p>
            <a:r>
              <a:rPr lang="en-IN" dirty="0"/>
              <a:t>GROUP BY STATE;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20AFF-2337-9383-AFE3-F0CAF0AB7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526" y="2251430"/>
            <a:ext cx="1814456" cy="264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99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4F347D-CCB7-E9BB-C151-31E8146D877F}"/>
              </a:ext>
            </a:extLst>
          </p:cNvPr>
          <p:cNvSpPr txBox="1"/>
          <p:nvPr/>
        </p:nvSpPr>
        <p:spPr>
          <a:xfrm>
            <a:off x="522214" y="717071"/>
            <a:ext cx="97207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12 . write a query to display city whose city name starts with 'b' and end with 'k'?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9136A-9703-5755-9B7A-8F2BC71093B9}"/>
              </a:ext>
            </a:extLst>
          </p:cNvPr>
          <p:cNvSpPr txBox="1"/>
          <p:nvPr/>
        </p:nvSpPr>
        <p:spPr>
          <a:xfrm>
            <a:off x="1025554" y="1946137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CITY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CITY LIKE 'B%K';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1A4E93-DFAC-64D8-2B9F-3E918046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46" y="3429000"/>
            <a:ext cx="124794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6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2ECEF-3DB1-5234-1720-4CA1580ADCDE}"/>
              </a:ext>
            </a:extLst>
          </p:cNvPr>
          <p:cNvSpPr txBox="1"/>
          <p:nvPr/>
        </p:nvSpPr>
        <p:spPr>
          <a:xfrm>
            <a:off x="413157" y="868071"/>
            <a:ext cx="10618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13 . write a query to display store data, whose sales are between 100 and 500?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0DF88-4340-A222-B9DB-A0BD003E9AD4}"/>
              </a:ext>
            </a:extLst>
          </p:cNvPr>
          <p:cNvSpPr txBox="1"/>
          <p:nvPr/>
        </p:nvSpPr>
        <p:spPr>
          <a:xfrm>
            <a:off x="941664" y="1644133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SALES BETWEEN 100 AND 500;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C0808-3CE1-31CE-9ACC-A63E4711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591" y="3056870"/>
            <a:ext cx="7114672" cy="22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61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73902-B47D-B7CC-5D26-5323E422AC76}"/>
              </a:ext>
            </a:extLst>
          </p:cNvPr>
          <p:cNvSpPr txBox="1"/>
          <p:nvPr/>
        </p:nvSpPr>
        <p:spPr>
          <a:xfrm>
            <a:off x="421546" y="800960"/>
            <a:ext cx="102073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14 . write a query to display the orders of sales ,where sales are greater than 200?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B6B62-08DD-7DF8-C7D0-5EEAEACC239A}"/>
              </a:ext>
            </a:extLst>
          </p:cNvPr>
          <p:cNvSpPr txBox="1"/>
          <p:nvPr/>
        </p:nvSpPr>
        <p:spPr>
          <a:xfrm>
            <a:off x="757107" y="1962915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SALES</a:t>
            </a:r>
          </a:p>
          <a:p>
            <a:r>
              <a:rPr lang="en-IN" dirty="0"/>
              <a:t> FROM SS</a:t>
            </a:r>
          </a:p>
          <a:p>
            <a:r>
              <a:rPr lang="en-IN" dirty="0"/>
              <a:t>WHERE SALES&gt;200;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94CFC-1612-9273-3950-666C08AF0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518" y="2792533"/>
            <a:ext cx="885359" cy="287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9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F55DA-CD1B-12B3-7BDF-42C497F7C340}"/>
              </a:ext>
            </a:extLst>
          </p:cNvPr>
          <p:cNvSpPr txBox="1"/>
          <p:nvPr/>
        </p:nvSpPr>
        <p:spPr>
          <a:xfrm>
            <a:off x="446713" y="645682"/>
            <a:ext cx="11297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15 . write a query to display number of orders and Sales, where the profit getting more than 2000 in each sales and the total profit must excess with 5000 in each sales?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0C0BD-ECF0-2E9A-3AE3-9A0A6C58C688}"/>
              </a:ext>
            </a:extLst>
          </p:cNvPr>
          <p:cNvSpPr txBox="1"/>
          <p:nvPr/>
        </p:nvSpPr>
        <p:spPr>
          <a:xfrm>
            <a:off x="606105" y="1951672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COUNT(*),SALES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PROFIT&gt;2000</a:t>
            </a:r>
          </a:p>
          <a:p>
            <a:r>
              <a:rPr lang="en-IN" dirty="0"/>
              <a:t>GROUP BY SALES</a:t>
            </a:r>
          </a:p>
          <a:p>
            <a:r>
              <a:rPr lang="en-IN" dirty="0"/>
              <a:t>HAVING SUM(PROFIT)&gt;5000;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63EB9-05FC-C433-7240-12C83DE4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963" y="3903993"/>
            <a:ext cx="1943371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35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2ED06C-C945-A4B4-6CA7-13A83BE7C83B}"/>
              </a:ext>
            </a:extLst>
          </p:cNvPr>
          <p:cNvSpPr txBox="1"/>
          <p:nvPr/>
        </p:nvSpPr>
        <p:spPr>
          <a:xfrm>
            <a:off x="497048" y="809350"/>
            <a:ext cx="11021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16 . write a query to display  postal code which region has same postal code as "33311"?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E58EC-626C-313A-D531-18C077AD2205}"/>
              </a:ext>
            </a:extLst>
          </p:cNvPr>
          <p:cNvSpPr txBox="1"/>
          <p:nvPr/>
        </p:nvSpPr>
        <p:spPr>
          <a:xfrm>
            <a:off x="1117833" y="2138921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`POSTAL CODE`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REGION IN (SELECT REGION</a:t>
            </a:r>
          </a:p>
          <a:p>
            <a:r>
              <a:rPr lang="en-IN" dirty="0"/>
              <a:t>                                  FROM SS</a:t>
            </a:r>
          </a:p>
          <a:p>
            <a:r>
              <a:rPr lang="en-IN" dirty="0"/>
              <a:t>                                  WHERE `POSTAL CODE`=33311);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260637-DB45-DEB2-F155-6081F765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077" y="2743794"/>
            <a:ext cx="1236252" cy="22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71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19FBB-9950-C852-096A-DDC3D753129D}"/>
              </a:ext>
            </a:extLst>
          </p:cNvPr>
          <p:cNvSpPr txBox="1"/>
          <p:nvPr/>
        </p:nvSpPr>
        <p:spPr>
          <a:xfrm>
            <a:off x="564159" y="725459"/>
            <a:ext cx="103666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17 . write a query to display orders of the store which order are getting third minimum sales in store 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F0A1C-0948-9508-2B33-6463D0E00161}"/>
              </a:ext>
            </a:extLst>
          </p:cNvPr>
          <p:cNvSpPr txBox="1"/>
          <p:nvPr/>
        </p:nvSpPr>
        <p:spPr>
          <a:xfrm>
            <a:off x="1636513" y="1838155"/>
            <a:ext cx="82023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SALES IN (SELECT MIN(SALES)</a:t>
            </a:r>
          </a:p>
          <a:p>
            <a:r>
              <a:rPr lang="en-IN" dirty="0"/>
              <a:t>                               FROM SS</a:t>
            </a:r>
          </a:p>
          <a:p>
            <a:r>
              <a:rPr lang="en-IN" dirty="0"/>
              <a:t>                               WHERE SALES &gt; (SELECT MIN(SALES) </a:t>
            </a:r>
          </a:p>
          <a:p>
            <a:r>
              <a:rPr lang="en-IN" dirty="0"/>
              <a:t>                                                             FROM SS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IN" dirty="0"/>
              <a:t>                                                             WHERE SALES &gt;(SELECT MIN(SALES)</a:t>
            </a:r>
          </a:p>
          <a:p>
            <a:r>
              <a:rPr lang="en-IN" dirty="0"/>
              <a:t>                                                                                          FROM SS)));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646C6-4E60-AB63-F3E2-679A44ED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69" y="4582005"/>
            <a:ext cx="9533625" cy="84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71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5D639F-5A36-FD00-88A7-2FED29251EC1}"/>
              </a:ext>
            </a:extLst>
          </p:cNvPr>
          <p:cNvSpPr txBox="1"/>
          <p:nvPr/>
        </p:nvSpPr>
        <p:spPr>
          <a:xfrm>
            <a:off x="371212" y="746160"/>
            <a:ext cx="10115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18 . Write a query to display profit and add the row numbers by order?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E4B0B-1208-A289-5818-B426AE4023C4}"/>
              </a:ext>
            </a:extLst>
          </p:cNvPr>
          <p:cNvSpPr txBox="1"/>
          <p:nvPr/>
        </p:nvSpPr>
        <p:spPr>
          <a:xfrm>
            <a:off x="891329" y="1715359"/>
            <a:ext cx="6482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PROFIT, ROW_NUMBER() OVER (ORDER BY PROFIT)</a:t>
            </a:r>
          </a:p>
          <a:p>
            <a:r>
              <a:rPr lang="en-IN" dirty="0"/>
              <a:t>FROM SS;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ECF64D-FD67-2B78-C57C-7864C0AFB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36" y="2915093"/>
            <a:ext cx="3362863" cy="22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11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76557-6C6A-4C80-0E5C-7FDD6BF16C6B}"/>
              </a:ext>
            </a:extLst>
          </p:cNvPr>
          <p:cNvSpPr txBox="1"/>
          <p:nvPr/>
        </p:nvSpPr>
        <p:spPr>
          <a:xfrm>
            <a:off x="371212" y="767403"/>
            <a:ext cx="10115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19 . Write a query to display city and add the rank by order?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6AF1E-57EB-E334-8867-9CC10BE8F900}"/>
              </a:ext>
            </a:extLst>
          </p:cNvPr>
          <p:cNvSpPr txBox="1"/>
          <p:nvPr/>
        </p:nvSpPr>
        <p:spPr>
          <a:xfrm>
            <a:off x="1101055" y="1669300"/>
            <a:ext cx="5752750" cy="6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CITY, RANK()  OVER (ORDER BY PROFIT)</a:t>
            </a:r>
          </a:p>
          <a:p>
            <a:r>
              <a:rPr lang="en-IN" dirty="0"/>
              <a:t>FROM SS;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50ABA-7314-7DD3-49C1-CDDD2D57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89" y="2938762"/>
            <a:ext cx="3089516" cy="24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75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FCE3BA-BFE0-AE4F-5E18-2BC1A9BE7C01}"/>
              </a:ext>
            </a:extLst>
          </p:cNvPr>
          <p:cNvSpPr txBox="1"/>
          <p:nvPr/>
        </p:nvSpPr>
        <p:spPr>
          <a:xfrm>
            <a:off x="505436" y="794748"/>
            <a:ext cx="10064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20 . Write a query to display sales by using dense-rank?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43A2C-209D-13A4-CD07-FB58DEB7A001}"/>
              </a:ext>
            </a:extLst>
          </p:cNvPr>
          <p:cNvSpPr txBox="1"/>
          <p:nvPr/>
        </p:nvSpPr>
        <p:spPr>
          <a:xfrm>
            <a:off x="866162" y="1656638"/>
            <a:ext cx="6532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SALES, DENSE_RANK()  OVER (ORDER BY SALES)</a:t>
            </a:r>
          </a:p>
          <a:p>
            <a:r>
              <a:rPr lang="en-IN" dirty="0"/>
              <a:t>FROM SS;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5248A-C8AA-833B-1949-7F6AA9436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780" y="2833519"/>
            <a:ext cx="2846235" cy="225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82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19FBA-7D64-E287-F44C-F86D4EC0EE1E}"/>
              </a:ext>
            </a:extLst>
          </p:cNvPr>
          <p:cNvSpPr txBox="1"/>
          <p:nvPr/>
        </p:nvSpPr>
        <p:spPr>
          <a:xfrm>
            <a:off x="555769" y="733848"/>
            <a:ext cx="10467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21 . write a query to display  region from both two tables with the help of union all set operator?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0200F-020E-A932-617A-3ABD6C99A285}"/>
              </a:ext>
            </a:extLst>
          </p:cNvPr>
          <p:cNvSpPr txBox="1"/>
          <p:nvPr/>
        </p:nvSpPr>
        <p:spPr>
          <a:xfrm>
            <a:off x="1394670" y="1740527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O1.REGION</a:t>
            </a:r>
          </a:p>
          <a:p>
            <a:r>
              <a:rPr lang="en-IN" dirty="0"/>
              <a:t>FROM SS O1</a:t>
            </a:r>
          </a:p>
          <a:p>
            <a:r>
              <a:rPr lang="en-IN" dirty="0"/>
              <a:t>UNION ALL</a:t>
            </a:r>
          </a:p>
          <a:p>
            <a:r>
              <a:rPr lang="en-IN" dirty="0"/>
              <a:t>SELECT O2.REGION</a:t>
            </a:r>
          </a:p>
          <a:p>
            <a:r>
              <a:rPr lang="en-IN" dirty="0"/>
              <a:t>FROM SS O2;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19CF7C-88BF-1D1B-7CAC-BA1FD7D07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466" y="3393538"/>
            <a:ext cx="858832" cy="213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09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7E16-A050-D6B3-988D-C1678848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6E03FD-D304-FD32-13B6-F0DE6C3766EC}"/>
              </a:ext>
            </a:extLst>
          </p:cNvPr>
          <p:cNvSpPr txBox="1"/>
          <p:nvPr/>
        </p:nvSpPr>
        <p:spPr>
          <a:xfrm>
            <a:off x="648049" y="834517"/>
            <a:ext cx="107693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22 . write a query to display to Show records where region is West and category is Furniture or Technology?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37EC4-9130-A2B6-FCA3-AC1AF6F1819D}"/>
              </a:ext>
            </a:extLst>
          </p:cNvPr>
          <p:cNvSpPr txBox="1"/>
          <p:nvPr/>
        </p:nvSpPr>
        <p:spPr>
          <a:xfrm>
            <a:off x="807441" y="1958640"/>
            <a:ext cx="7933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REGION,CATEGORY,SALES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WHERE REGION = 'WEST' AND CATEGORY IN ('FURNITURE','TECHNOLOGY');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0A6E5-C4C3-29D2-B6FE-F91006F7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385" y="3263231"/>
            <a:ext cx="2325250" cy="22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52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6280-DE7D-9960-B4FB-AD0D077E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F10D38-9619-F946-65C2-C32FA04271C5}"/>
              </a:ext>
            </a:extLst>
          </p:cNvPr>
          <p:cNvSpPr txBox="1"/>
          <p:nvPr/>
        </p:nvSpPr>
        <p:spPr>
          <a:xfrm>
            <a:off x="597716" y="750626"/>
            <a:ext cx="9544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23 , write a query to display to Find average sales for each category?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97E66-448C-1000-AD30-A5B89476E0F1}"/>
              </a:ext>
            </a:extLst>
          </p:cNvPr>
          <p:cNvSpPr txBox="1"/>
          <p:nvPr/>
        </p:nvSpPr>
        <p:spPr>
          <a:xfrm>
            <a:off x="1277224" y="1581135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CATEGORY,AVG(SALES) AS AVG_SALES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GROUP BY CATEGORY;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EF66F1-285C-195F-BEBD-6F9E3C33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30" y="3090533"/>
            <a:ext cx="2972215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60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BF45-E68A-7661-6885-D9E72FD2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E74D2-4AB6-B7FE-39A8-5E0F4173C649}"/>
              </a:ext>
            </a:extLst>
          </p:cNvPr>
          <p:cNvSpPr txBox="1"/>
          <p:nvPr/>
        </p:nvSpPr>
        <p:spPr>
          <a:xfrm>
            <a:off x="455102" y="824888"/>
            <a:ext cx="10870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24 . write a query to display to Show the top 3 records with highest sales amount?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F0B26-6EB9-B8B2-A7C6-66EB70AA9BAC}"/>
              </a:ext>
            </a:extLst>
          </p:cNvPr>
          <p:cNvSpPr txBox="1"/>
          <p:nvPr/>
        </p:nvSpPr>
        <p:spPr>
          <a:xfrm>
            <a:off x="1428225" y="1677689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 FROM SS</a:t>
            </a:r>
          </a:p>
          <a:p>
            <a:r>
              <a:rPr lang="en-IN" dirty="0"/>
              <a:t>ORDER BY SALES DESC</a:t>
            </a:r>
          </a:p>
          <a:p>
            <a:r>
              <a:rPr lang="en-IN" dirty="0"/>
              <a:t>LIMIT 3;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8E745-1325-EF8D-20C3-4F63E399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621" y="3660289"/>
            <a:ext cx="9450225" cy="87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45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DEF6-32AC-4B69-AF42-44774013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A19C7-F88D-1D94-92ED-54CAE3B4060C}"/>
              </a:ext>
            </a:extLst>
          </p:cNvPr>
          <p:cNvSpPr txBox="1"/>
          <p:nvPr/>
        </p:nvSpPr>
        <p:spPr>
          <a:xfrm>
            <a:off x="389389" y="700292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25 . Display next 5 records after first 5?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40DF7-C2D8-F5D0-663F-24030AB5E889}"/>
              </a:ext>
            </a:extLst>
          </p:cNvPr>
          <p:cNvSpPr txBox="1"/>
          <p:nvPr/>
        </p:nvSpPr>
        <p:spPr>
          <a:xfrm>
            <a:off x="1168167" y="1593800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</a:t>
            </a:r>
          </a:p>
          <a:p>
            <a:r>
              <a:rPr lang="en-IN" dirty="0"/>
              <a:t>FROM SS</a:t>
            </a:r>
          </a:p>
          <a:p>
            <a:r>
              <a:rPr lang="en-IN" dirty="0"/>
              <a:t>LIMIT 5</a:t>
            </a:r>
          </a:p>
          <a:p>
            <a:r>
              <a:rPr lang="en-IN" dirty="0"/>
              <a:t>OFFSET 5;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FCEE5F-54B0-5AD4-271E-17BD5631F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104" y="3429000"/>
            <a:ext cx="8759792" cy="11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9974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{6002AC98-C00E-4F31-995C-6033CA813BE7}TF201209c3-d067-44f9-a26f-c8f216c4431347f6cf9d_win32-4021059b889a</Template>
  <TotalTime>370</TotalTime>
  <Words>1031</Words>
  <Application>Microsoft Office PowerPoint</Application>
  <PresentationFormat>Widescreen</PresentationFormat>
  <Paragraphs>134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Franklin Gothic Book</vt:lpstr>
      <vt:lpstr>Franklin Gothic Demi</vt:lpstr>
      <vt:lpstr>Wingdings 2</vt:lpstr>
      <vt:lpstr>DividendVTI</vt:lpstr>
      <vt:lpstr>Superstore Sales And Performance Analysis Using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Balu Vedam</dc:creator>
  <cp:lastModifiedBy>Balu Vedam</cp:lastModifiedBy>
  <cp:revision>1</cp:revision>
  <dcterms:created xsi:type="dcterms:W3CDTF">2026-04-23T16:54:33Z</dcterms:created>
  <dcterms:modified xsi:type="dcterms:W3CDTF">2026-04-24T11:04:12Z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